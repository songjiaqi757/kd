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2" r:id="rId1"/>
  </p:sldMasterIdLst>
  <p:notesMasterIdLst>
    <p:notesMasterId r:id="rId3"/>
  </p:notesMasterIdLst>
  <p:sldIdLst>
    <p:sldId id="256" r:id="rId2"/>
  </p:sldIdLst>
  <p:sldSz cx="13716000" cy="7497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379"/>
    <p:restoredTop sz="94661"/>
  </p:normalViewPr>
  <p:slideViewPr>
    <p:cSldViewPr snapToGrid="0">
      <p:cViewPr varScale="1">
        <p:scale>
          <a:sx n="100" d="100"/>
          <a:sy n="100" d="100"/>
        </p:scale>
        <p:origin x="176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C9EFFB-94A8-BA4F-9503-98161AFE1947}" type="datetimeFigureOut">
              <a:rPr kumimoji="1" lang="zh-CN" altLang="en-US" smtClean="0"/>
              <a:t>2026/9/25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06425" y="1143000"/>
            <a:ext cx="56451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B8A127-6335-AA4E-BF99-CAABD15978E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830488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30311" rtl="0" eaLnBrk="1" latinLnBrk="0" hangingPunct="1">
      <a:defRPr sz="1221" kern="1200">
        <a:solidFill>
          <a:schemeClr val="tx1"/>
        </a:solidFill>
        <a:latin typeface="+mn-lt"/>
        <a:ea typeface="+mn-ea"/>
        <a:cs typeface="+mn-cs"/>
      </a:defRPr>
    </a:lvl1pPr>
    <a:lvl2pPr marL="465155" algn="l" defTabSz="930311" rtl="0" eaLnBrk="1" latinLnBrk="0" hangingPunct="1">
      <a:defRPr sz="1221" kern="1200">
        <a:solidFill>
          <a:schemeClr val="tx1"/>
        </a:solidFill>
        <a:latin typeface="+mn-lt"/>
        <a:ea typeface="+mn-ea"/>
        <a:cs typeface="+mn-cs"/>
      </a:defRPr>
    </a:lvl2pPr>
    <a:lvl3pPr marL="930311" algn="l" defTabSz="930311" rtl="0" eaLnBrk="1" latinLnBrk="0" hangingPunct="1">
      <a:defRPr sz="1221" kern="1200">
        <a:solidFill>
          <a:schemeClr val="tx1"/>
        </a:solidFill>
        <a:latin typeface="+mn-lt"/>
        <a:ea typeface="+mn-ea"/>
        <a:cs typeface="+mn-cs"/>
      </a:defRPr>
    </a:lvl3pPr>
    <a:lvl4pPr marL="1395466" algn="l" defTabSz="930311" rtl="0" eaLnBrk="1" latinLnBrk="0" hangingPunct="1">
      <a:defRPr sz="1221" kern="1200">
        <a:solidFill>
          <a:schemeClr val="tx1"/>
        </a:solidFill>
        <a:latin typeface="+mn-lt"/>
        <a:ea typeface="+mn-ea"/>
        <a:cs typeface="+mn-cs"/>
      </a:defRPr>
    </a:lvl4pPr>
    <a:lvl5pPr marL="1860621" algn="l" defTabSz="930311" rtl="0" eaLnBrk="1" latinLnBrk="0" hangingPunct="1">
      <a:defRPr sz="1221" kern="1200">
        <a:solidFill>
          <a:schemeClr val="tx1"/>
        </a:solidFill>
        <a:latin typeface="+mn-lt"/>
        <a:ea typeface="+mn-ea"/>
        <a:cs typeface="+mn-cs"/>
      </a:defRPr>
    </a:lvl5pPr>
    <a:lvl6pPr marL="2325776" algn="l" defTabSz="930311" rtl="0" eaLnBrk="1" latinLnBrk="0" hangingPunct="1">
      <a:defRPr sz="1221" kern="1200">
        <a:solidFill>
          <a:schemeClr val="tx1"/>
        </a:solidFill>
        <a:latin typeface="+mn-lt"/>
        <a:ea typeface="+mn-ea"/>
        <a:cs typeface="+mn-cs"/>
      </a:defRPr>
    </a:lvl6pPr>
    <a:lvl7pPr marL="2790932" algn="l" defTabSz="930311" rtl="0" eaLnBrk="1" latinLnBrk="0" hangingPunct="1">
      <a:defRPr sz="1221" kern="1200">
        <a:solidFill>
          <a:schemeClr val="tx1"/>
        </a:solidFill>
        <a:latin typeface="+mn-lt"/>
        <a:ea typeface="+mn-ea"/>
        <a:cs typeface="+mn-cs"/>
      </a:defRPr>
    </a:lvl7pPr>
    <a:lvl8pPr marL="3256087" algn="l" defTabSz="930311" rtl="0" eaLnBrk="1" latinLnBrk="0" hangingPunct="1">
      <a:defRPr sz="1221" kern="1200">
        <a:solidFill>
          <a:schemeClr val="tx1"/>
        </a:solidFill>
        <a:latin typeface="+mn-lt"/>
        <a:ea typeface="+mn-ea"/>
        <a:cs typeface="+mn-cs"/>
      </a:defRPr>
    </a:lvl8pPr>
    <a:lvl9pPr marL="3721242" algn="l" defTabSz="930311" rtl="0" eaLnBrk="1" latinLnBrk="0" hangingPunct="1">
      <a:defRPr sz="1221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06425" y="1143000"/>
            <a:ext cx="564515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B8A127-6335-AA4E-BF99-CAABD15978E2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539865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14500" y="1227065"/>
            <a:ext cx="10287000" cy="2610332"/>
          </a:xfrm>
        </p:spPr>
        <p:txBody>
          <a:bodyPr anchor="b"/>
          <a:lstStyle>
            <a:lvl1pPr algn="ctr">
              <a:defRPr sz="656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14500" y="3938062"/>
            <a:ext cx="10287000" cy="1810223"/>
          </a:xfrm>
        </p:spPr>
        <p:txBody>
          <a:bodyPr/>
          <a:lstStyle>
            <a:lvl1pPr marL="0" indent="0" algn="ctr">
              <a:buNone/>
              <a:defRPr sz="2624"/>
            </a:lvl1pPr>
            <a:lvl2pPr marL="499857" indent="0" algn="ctr">
              <a:buNone/>
              <a:defRPr sz="2187"/>
            </a:lvl2pPr>
            <a:lvl3pPr marL="999714" indent="0" algn="ctr">
              <a:buNone/>
              <a:defRPr sz="1968"/>
            </a:lvl3pPr>
            <a:lvl4pPr marL="1499570" indent="0" algn="ctr">
              <a:buNone/>
              <a:defRPr sz="1749"/>
            </a:lvl4pPr>
            <a:lvl5pPr marL="1999427" indent="0" algn="ctr">
              <a:buNone/>
              <a:defRPr sz="1749"/>
            </a:lvl5pPr>
            <a:lvl6pPr marL="2499284" indent="0" algn="ctr">
              <a:buNone/>
              <a:defRPr sz="1749"/>
            </a:lvl6pPr>
            <a:lvl7pPr marL="2999141" indent="0" algn="ctr">
              <a:buNone/>
              <a:defRPr sz="1749"/>
            </a:lvl7pPr>
            <a:lvl8pPr marL="3498997" indent="0" algn="ctr">
              <a:buNone/>
              <a:defRPr sz="1749"/>
            </a:lvl8pPr>
            <a:lvl9pPr marL="3998854" indent="0" algn="ctr">
              <a:buNone/>
              <a:defRPr sz="1749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1F471-66C6-F748-8125-3ED4B532BA18}" type="datetimeFigureOut">
              <a:rPr kumimoji="1" lang="zh-CN" altLang="en-US" smtClean="0"/>
              <a:t>2026/9/25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0F94B-0C77-B540-9A53-212F08B4500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252374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1F471-66C6-F748-8125-3ED4B532BA18}" type="datetimeFigureOut">
              <a:rPr kumimoji="1" lang="zh-CN" altLang="en-US" smtClean="0"/>
              <a:t>2026/9/25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0F94B-0C77-B540-9A53-212F08B4500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191300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5831" y="1869235"/>
            <a:ext cx="11830050" cy="3118861"/>
          </a:xfrm>
        </p:spPr>
        <p:txBody>
          <a:bodyPr anchor="b"/>
          <a:lstStyle>
            <a:lvl1pPr>
              <a:defRPr sz="656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5831" y="5017601"/>
            <a:ext cx="11830050" cy="1640135"/>
          </a:xfrm>
        </p:spPr>
        <p:txBody>
          <a:bodyPr/>
          <a:lstStyle>
            <a:lvl1pPr marL="0" indent="0">
              <a:buNone/>
              <a:defRPr sz="2624">
                <a:solidFill>
                  <a:schemeClr val="tx1">
                    <a:tint val="82000"/>
                  </a:schemeClr>
                </a:solidFill>
              </a:defRPr>
            </a:lvl1pPr>
            <a:lvl2pPr marL="499857" indent="0">
              <a:buNone/>
              <a:defRPr sz="2187">
                <a:solidFill>
                  <a:schemeClr val="tx1">
                    <a:tint val="82000"/>
                  </a:schemeClr>
                </a:solidFill>
              </a:defRPr>
            </a:lvl2pPr>
            <a:lvl3pPr marL="999714" indent="0">
              <a:buNone/>
              <a:defRPr sz="1968">
                <a:solidFill>
                  <a:schemeClr val="tx1">
                    <a:tint val="82000"/>
                  </a:schemeClr>
                </a:solidFill>
              </a:defRPr>
            </a:lvl3pPr>
            <a:lvl4pPr marL="1499570" indent="0">
              <a:buNone/>
              <a:defRPr sz="1749">
                <a:solidFill>
                  <a:schemeClr val="tx1">
                    <a:tint val="82000"/>
                  </a:schemeClr>
                </a:solidFill>
              </a:defRPr>
            </a:lvl4pPr>
            <a:lvl5pPr marL="1999427" indent="0">
              <a:buNone/>
              <a:defRPr sz="1749">
                <a:solidFill>
                  <a:schemeClr val="tx1">
                    <a:tint val="82000"/>
                  </a:schemeClr>
                </a:solidFill>
              </a:defRPr>
            </a:lvl5pPr>
            <a:lvl6pPr marL="2499284" indent="0">
              <a:buNone/>
              <a:defRPr sz="1749">
                <a:solidFill>
                  <a:schemeClr val="tx1">
                    <a:tint val="82000"/>
                  </a:schemeClr>
                </a:solidFill>
              </a:defRPr>
            </a:lvl6pPr>
            <a:lvl7pPr marL="2999141" indent="0">
              <a:buNone/>
              <a:defRPr sz="1749">
                <a:solidFill>
                  <a:schemeClr val="tx1">
                    <a:tint val="82000"/>
                  </a:schemeClr>
                </a:solidFill>
              </a:defRPr>
            </a:lvl7pPr>
            <a:lvl8pPr marL="3498997" indent="0">
              <a:buNone/>
              <a:defRPr sz="1749">
                <a:solidFill>
                  <a:schemeClr val="tx1">
                    <a:tint val="82000"/>
                  </a:schemeClr>
                </a:solidFill>
              </a:defRPr>
            </a:lvl8pPr>
            <a:lvl9pPr marL="3998854" indent="0">
              <a:buNone/>
              <a:defRPr sz="1749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1F471-66C6-F748-8125-3ED4B532BA18}" type="datetimeFigureOut">
              <a:rPr kumimoji="1" lang="zh-CN" altLang="en-US" smtClean="0"/>
              <a:t>2026/9/25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0F94B-0C77-B540-9A53-212F08B4500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894928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42975" y="1995932"/>
            <a:ext cx="5829300" cy="475726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43725" y="1995932"/>
            <a:ext cx="5829300" cy="475726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1F471-66C6-F748-8125-3ED4B532BA18}" type="datetimeFigureOut">
              <a:rPr kumimoji="1" lang="zh-CN" altLang="en-US" smtClean="0"/>
              <a:t>2026/9/25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0F94B-0C77-B540-9A53-212F08B4500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212583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761" y="399187"/>
            <a:ext cx="11830050" cy="1449221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4762" y="1837994"/>
            <a:ext cx="5802510" cy="900772"/>
          </a:xfrm>
        </p:spPr>
        <p:txBody>
          <a:bodyPr anchor="b"/>
          <a:lstStyle>
            <a:lvl1pPr marL="0" indent="0">
              <a:buNone/>
              <a:defRPr sz="2624" b="1"/>
            </a:lvl1pPr>
            <a:lvl2pPr marL="499857" indent="0">
              <a:buNone/>
              <a:defRPr sz="2187" b="1"/>
            </a:lvl2pPr>
            <a:lvl3pPr marL="999714" indent="0">
              <a:buNone/>
              <a:defRPr sz="1968" b="1"/>
            </a:lvl3pPr>
            <a:lvl4pPr marL="1499570" indent="0">
              <a:buNone/>
              <a:defRPr sz="1749" b="1"/>
            </a:lvl4pPr>
            <a:lvl5pPr marL="1999427" indent="0">
              <a:buNone/>
              <a:defRPr sz="1749" b="1"/>
            </a:lvl5pPr>
            <a:lvl6pPr marL="2499284" indent="0">
              <a:buNone/>
              <a:defRPr sz="1749" b="1"/>
            </a:lvl6pPr>
            <a:lvl7pPr marL="2999141" indent="0">
              <a:buNone/>
              <a:defRPr sz="1749" b="1"/>
            </a:lvl7pPr>
            <a:lvl8pPr marL="3498997" indent="0">
              <a:buNone/>
              <a:defRPr sz="1749" b="1"/>
            </a:lvl8pPr>
            <a:lvl9pPr marL="3998854" indent="0">
              <a:buNone/>
              <a:defRPr sz="1749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44762" y="2738766"/>
            <a:ext cx="5802510" cy="40283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943725" y="1837994"/>
            <a:ext cx="5831087" cy="900772"/>
          </a:xfrm>
        </p:spPr>
        <p:txBody>
          <a:bodyPr anchor="b"/>
          <a:lstStyle>
            <a:lvl1pPr marL="0" indent="0">
              <a:buNone/>
              <a:defRPr sz="2624" b="1"/>
            </a:lvl1pPr>
            <a:lvl2pPr marL="499857" indent="0">
              <a:buNone/>
              <a:defRPr sz="2187" b="1"/>
            </a:lvl2pPr>
            <a:lvl3pPr marL="999714" indent="0">
              <a:buNone/>
              <a:defRPr sz="1968" b="1"/>
            </a:lvl3pPr>
            <a:lvl4pPr marL="1499570" indent="0">
              <a:buNone/>
              <a:defRPr sz="1749" b="1"/>
            </a:lvl4pPr>
            <a:lvl5pPr marL="1999427" indent="0">
              <a:buNone/>
              <a:defRPr sz="1749" b="1"/>
            </a:lvl5pPr>
            <a:lvl6pPr marL="2499284" indent="0">
              <a:buNone/>
              <a:defRPr sz="1749" b="1"/>
            </a:lvl6pPr>
            <a:lvl7pPr marL="2999141" indent="0">
              <a:buNone/>
              <a:defRPr sz="1749" b="1"/>
            </a:lvl7pPr>
            <a:lvl8pPr marL="3498997" indent="0">
              <a:buNone/>
              <a:defRPr sz="1749" b="1"/>
            </a:lvl8pPr>
            <a:lvl9pPr marL="3998854" indent="0">
              <a:buNone/>
              <a:defRPr sz="1749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943725" y="2738766"/>
            <a:ext cx="5831087" cy="40283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1F471-66C6-F748-8125-3ED4B532BA18}" type="datetimeFigureOut">
              <a:rPr kumimoji="1" lang="zh-CN" altLang="en-US" smtClean="0"/>
              <a:t>2026/9/25</a:t>
            </a:fld>
            <a:endParaRPr kumimoji="1"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0F94B-0C77-B540-9A53-212F08B4500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601082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1F471-66C6-F748-8125-3ED4B532BA18}" type="datetimeFigureOut">
              <a:rPr kumimoji="1" lang="zh-CN" altLang="en-US" smtClean="0"/>
              <a:t>2026/9/25</a:t>
            </a:fld>
            <a:endParaRPr kumimoji="1"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0F94B-0C77-B540-9A53-212F08B4500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635521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1F471-66C6-F748-8125-3ED4B532BA18}" type="datetimeFigureOut">
              <a:rPr kumimoji="1" lang="zh-CN" altLang="en-US" smtClean="0"/>
              <a:t>2026/9/25</a:t>
            </a:fld>
            <a:endParaRPr kumimoji="1"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0F94B-0C77-B540-9A53-212F08B4500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036756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762" y="499851"/>
            <a:ext cx="4423767" cy="1749478"/>
          </a:xfrm>
        </p:spPr>
        <p:txBody>
          <a:bodyPr anchor="b"/>
          <a:lstStyle>
            <a:lvl1pPr>
              <a:defRPr sz="349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31086" y="1079540"/>
            <a:ext cx="6943725" cy="5328271"/>
          </a:xfrm>
        </p:spPr>
        <p:txBody>
          <a:bodyPr/>
          <a:lstStyle>
            <a:lvl1pPr>
              <a:defRPr sz="3499"/>
            </a:lvl1pPr>
            <a:lvl2pPr>
              <a:defRPr sz="3061"/>
            </a:lvl2pPr>
            <a:lvl3pPr>
              <a:defRPr sz="2624"/>
            </a:lvl3pPr>
            <a:lvl4pPr>
              <a:defRPr sz="2187"/>
            </a:lvl4pPr>
            <a:lvl5pPr>
              <a:defRPr sz="2187"/>
            </a:lvl5pPr>
            <a:lvl6pPr>
              <a:defRPr sz="2187"/>
            </a:lvl6pPr>
            <a:lvl7pPr>
              <a:defRPr sz="2187"/>
            </a:lvl7pPr>
            <a:lvl8pPr>
              <a:defRPr sz="2187"/>
            </a:lvl8pPr>
            <a:lvl9pPr>
              <a:defRPr sz="2187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44762" y="2249329"/>
            <a:ext cx="4423767" cy="4167160"/>
          </a:xfrm>
        </p:spPr>
        <p:txBody>
          <a:bodyPr/>
          <a:lstStyle>
            <a:lvl1pPr marL="0" indent="0">
              <a:buNone/>
              <a:defRPr sz="1749"/>
            </a:lvl1pPr>
            <a:lvl2pPr marL="499857" indent="0">
              <a:buNone/>
              <a:defRPr sz="1531"/>
            </a:lvl2pPr>
            <a:lvl3pPr marL="999714" indent="0">
              <a:buNone/>
              <a:defRPr sz="1312"/>
            </a:lvl3pPr>
            <a:lvl4pPr marL="1499570" indent="0">
              <a:buNone/>
              <a:defRPr sz="1093"/>
            </a:lvl4pPr>
            <a:lvl5pPr marL="1999427" indent="0">
              <a:buNone/>
              <a:defRPr sz="1093"/>
            </a:lvl5pPr>
            <a:lvl6pPr marL="2499284" indent="0">
              <a:buNone/>
              <a:defRPr sz="1093"/>
            </a:lvl6pPr>
            <a:lvl7pPr marL="2999141" indent="0">
              <a:buNone/>
              <a:defRPr sz="1093"/>
            </a:lvl7pPr>
            <a:lvl8pPr marL="3498997" indent="0">
              <a:buNone/>
              <a:defRPr sz="1093"/>
            </a:lvl8pPr>
            <a:lvl9pPr marL="3998854" indent="0">
              <a:buNone/>
              <a:defRPr sz="1093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1F471-66C6-F748-8125-3ED4B532BA18}" type="datetimeFigureOut">
              <a:rPr kumimoji="1" lang="zh-CN" altLang="en-US" smtClean="0"/>
              <a:t>2026/9/25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0F94B-0C77-B540-9A53-212F08B4500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116131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762" y="499851"/>
            <a:ext cx="4423767" cy="1749478"/>
          </a:xfrm>
        </p:spPr>
        <p:txBody>
          <a:bodyPr anchor="b"/>
          <a:lstStyle>
            <a:lvl1pPr>
              <a:defRPr sz="349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831086" y="1079540"/>
            <a:ext cx="6943725" cy="5328271"/>
          </a:xfrm>
        </p:spPr>
        <p:txBody>
          <a:bodyPr anchor="t"/>
          <a:lstStyle>
            <a:lvl1pPr marL="0" indent="0">
              <a:buNone/>
              <a:defRPr sz="3499"/>
            </a:lvl1pPr>
            <a:lvl2pPr marL="499857" indent="0">
              <a:buNone/>
              <a:defRPr sz="3061"/>
            </a:lvl2pPr>
            <a:lvl3pPr marL="999714" indent="0">
              <a:buNone/>
              <a:defRPr sz="2624"/>
            </a:lvl3pPr>
            <a:lvl4pPr marL="1499570" indent="0">
              <a:buNone/>
              <a:defRPr sz="2187"/>
            </a:lvl4pPr>
            <a:lvl5pPr marL="1999427" indent="0">
              <a:buNone/>
              <a:defRPr sz="2187"/>
            </a:lvl5pPr>
            <a:lvl6pPr marL="2499284" indent="0">
              <a:buNone/>
              <a:defRPr sz="2187"/>
            </a:lvl6pPr>
            <a:lvl7pPr marL="2999141" indent="0">
              <a:buNone/>
              <a:defRPr sz="2187"/>
            </a:lvl7pPr>
            <a:lvl8pPr marL="3498997" indent="0">
              <a:buNone/>
              <a:defRPr sz="2187"/>
            </a:lvl8pPr>
            <a:lvl9pPr marL="3998854" indent="0">
              <a:buNone/>
              <a:defRPr sz="2187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44762" y="2249329"/>
            <a:ext cx="4423767" cy="4167160"/>
          </a:xfrm>
        </p:spPr>
        <p:txBody>
          <a:bodyPr/>
          <a:lstStyle>
            <a:lvl1pPr marL="0" indent="0">
              <a:buNone/>
              <a:defRPr sz="1749"/>
            </a:lvl1pPr>
            <a:lvl2pPr marL="499857" indent="0">
              <a:buNone/>
              <a:defRPr sz="1531"/>
            </a:lvl2pPr>
            <a:lvl3pPr marL="999714" indent="0">
              <a:buNone/>
              <a:defRPr sz="1312"/>
            </a:lvl3pPr>
            <a:lvl4pPr marL="1499570" indent="0">
              <a:buNone/>
              <a:defRPr sz="1093"/>
            </a:lvl4pPr>
            <a:lvl5pPr marL="1999427" indent="0">
              <a:buNone/>
              <a:defRPr sz="1093"/>
            </a:lvl5pPr>
            <a:lvl6pPr marL="2499284" indent="0">
              <a:buNone/>
              <a:defRPr sz="1093"/>
            </a:lvl6pPr>
            <a:lvl7pPr marL="2999141" indent="0">
              <a:buNone/>
              <a:defRPr sz="1093"/>
            </a:lvl7pPr>
            <a:lvl8pPr marL="3498997" indent="0">
              <a:buNone/>
              <a:defRPr sz="1093"/>
            </a:lvl8pPr>
            <a:lvl9pPr marL="3998854" indent="0">
              <a:buNone/>
              <a:defRPr sz="1093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1F471-66C6-F748-8125-3ED4B532BA18}" type="datetimeFigureOut">
              <a:rPr kumimoji="1" lang="zh-CN" altLang="en-US" smtClean="0"/>
              <a:t>2026/9/25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0F94B-0C77-B540-9A53-212F08B4500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136481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1F471-66C6-F748-8125-3ED4B532BA18}" type="datetimeFigureOut">
              <a:rPr kumimoji="1" lang="zh-CN" altLang="en-US" smtClean="0"/>
              <a:t>2026/9/25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0F94B-0C77-B540-9A53-212F08B4500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25777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15512" y="399186"/>
            <a:ext cx="2957513" cy="635400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42975" y="399186"/>
            <a:ext cx="8701088" cy="635400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1F471-66C6-F748-8125-3ED4B532BA18}" type="datetimeFigureOut">
              <a:rPr kumimoji="1" lang="zh-CN" altLang="en-US" smtClean="0"/>
              <a:t>2026/9/25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0F94B-0C77-B540-9A53-212F08B4500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451880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42975" y="399187"/>
            <a:ext cx="11830050" cy="14492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2975" y="1995932"/>
            <a:ext cx="11830050" cy="47572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42975" y="6949316"/>
            <a:ext cx="3086100" cy="3991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1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31F471-66C6-F748-8125-3ED4B532BA18}" type="datetimeFigureOut">
              <a:rPr kumimoji="1" lang="zh-CN" altLang="en-US" smtClean="0"/>
              <a:t>2026/9/25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43425" y="6949316"/>
            <a:ext cx="4629150" cy="3991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1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686925" y="6949316"/>
            <a:ext cx="3086100" cy="3991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1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20F94B-0C77-B540-9A53-212F08B4500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658909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999714" rtl="0" eaLnBrk="1" latinLnBrk="0" hangingPunct="1">
        <a:lnSpc>
          <a:spcPct val="90000"/>
        </a:lnSpc>
        <a:spcBef>
          <a:spcPct val="0"/>
        </a:spcBef>
        <a:buNone/>
        <a:defRPr sz="481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9928" indent="-249928" algn="l" defTabSz="999714" rtl="0" eaLnBrk="1" latinLnBrk="0" hangingPunct="1">
        <a:lnSpc>
          <a:spcPct val="90000"/>
        </a:lnSpc>
        <a:spcBef>
          <a:spcPts val="1093"/>
        </a:spcBef>
        <a:buFont typeface="Arial" panose="020B0604020202020204" pitchFamily="34" charset="0"/>
        <a:buChar char="•"/>
        <a:defRPr sz="3061" kern="1200">
          <a:solidFill>
            <a:schemeClr val="tx1"/>
          </a:solidFill>
          <a:latin typeface="+mn-lt"/>
          <a:ea typeface="+mn-ea"/>
          <a:cs typeface="+mn-cs"/>
        </a:defRPr>
      </a:lvl1pPr>
      <a:lvl2pPr marL="749785" indent="-249928" algn="l" defTabSz="999714" rtl="0" eaLnBrk="1" latinLnBrk="0" hangingPunct="1">
        <a:lnSpc>
          <a:spcPct val="90000"/>
        </a:lnSpc>
        <a:spcBef>
          <a:spcPts val="547"/>
        </a:spcBef>
        <a:buFont typeface="Arial" panose="020B0604020202020204" pitchFamily="34" charset="0"/>
        <a:buChar char="•"/>
        <a:defRPr sz="2624" kern="1200">
          <a:solidFill>
            <a:schemeClr val="tx1"/>
          </a:solidFill>
          <a:latin typeface="+mn-lt"/>
          <a:ea typeface="+mn-ea"/>
          <a:cs typeface="+mn-cs"/>
        </a:defRPr>
      </a:lvl2pPr>
      <a:lvl3pPr marL="1249642" indent="-249928" algn="l" defTabSz="999714" rtl="0" eaLnBrk="1" latinLnBrk="0" hangingPunct="1">
        <a:lnSpc>
          <a:spcPct val="90000"/>
        </a:lnSpc>
        <a:spcBef>
          <a:spcPts val="547"/>
        </a:spcBef>
        <a:buFont typeface="Arial" panose="020B0604020202020204" pitchFamily="34" charset="0"/>
        <a:buChar char="•"/>
        <a:defRPr sz="2187" kern="1200">
          <a:solidFill>
            <a:schemeClr val="tx1"/>
          </a:solidFill>
          <a:latin typeface="+mn-lt"/>
          <a:ea typeface="+mn-ea"/>
          <a:cs typeface="+mn-cs"/>
        </a:defRPr>
      </a:lvl3pPr>
      <a:lvl4pPr marL="1749499" indent="-249928" algn="l" defTabSz="999714" rtl="0" eaLnBrk="1" latinLnBrk="0" hangingPunct="1">
        <a:lnSpc>
          <a:spcPct val="90000"/>
        </a:lnSpc>
        <a:spcBef>
          <a:spcPts val="547"/>
        </a:spcBef>
        <a:buFont typeface="Arial" panose="020B0604020202020204" pitchFamily="34" charset="0"/>
        <a:buChar char="•"/>
        <a:defRPr sz="1968" kern="1200">
          <a:solidFill>
            <a:schemeClr val="tx1"/>
          </a:solidFill>
          <a:latin typeface="+mn-lt"/>
          <a:ea typeface="+mn-ea"/>
          <a:cs typeface="+mn-cs"/>
        </a:defRPr>
      </a:lvl4pPr>
      <a:lvl5pPr marL="2249355" indent="-249928" algn="l" defTabSz="999714" rtl="0" eaLnBrk="1" latinLnBrk="0" hangingPunct="1">
        <a:lnSpc>
          <a:spcPct val="90000"/>
        </a:lnSpc>
        <a:spcBef>
          <a:spcPts val="547"/>
        </a:spcBef>
        <a:buFont typeface="Arial" panose="020B0604020202020204" pitchFamily="34" charset="0"/>
        <a:buChar char="•"/>
        <a:defRPr sz="1968" kern="1200">
          <a:solidFill>
            <a:schemeClr val="tx1"/>
          </a:solidFill>
          <a:latin typeface="+mn-lt"/>
          <a:ea typeface="+mn-ea"/>
          <a:cs typeface="+mn-cs"/>
        </a:defRPr>
      </a:lvl5pPr>
      <a:lvl6pPr marL="2749212" indent="-249928" algn="l" defTabSz="999714" rtl="0" eaLnBrk="1" latinLnBrk="0" hangingPunct="1">
        <a:lnSpc>
          <a:spcPct val="90000"/>
        </a:lnSpc>
        <a:spcBef>
          <a:spcPts val="547"/>
        </a:spcBef>
        <a:buFont typeface="Arial" panose="020B0604020202020204" pitchFamily="34" charset="0"/>
        <a:buChar char="•"/>
        <a:defRPr sz="1968" kern="1200">
          <a:solidFill>
            <a:schemeClr val="tx1"/>
          </a:solidFill>
          <a:latin typeface="+mn-lt"/>
          <a:ea typeface="+mn-ea"/>
          <a:cs typeface="+mn-cs"/>
        </a:defRPr>
      </a:lvl6pPr>
      <a:lvl7pPr marL="3249069" indent="-249928" algn="l" defTabSz="999714" rtl="0" eaLnBrk="1" latinLnBrk="0" hangingPunct="1">
        <a:lnSpc>
          <a:spcPct val="90000"/>
        </a:lnSpc>
        <a:spcBef>
          <a:spcPts val="547"/>
        </a:spcBef>
        <a:buFont typeface="Arial" panose="020B0604020202020204" pitchFamily="34" charset="0"/>
        <a:buChar char="•"/>
        <a:defRPr sz="1968" kern="1200">
          <a:solidFill>
            <a:schemeClr val="tx1"/>
          </a:solidFill>
          <a:latin typeface="+mn-lt"/>
          <a:ea typeface="+mn-ea"/>
          <a:cs typeface="+mn-cs"/>
        </a:defRPr>
      </a:lvl7pPr>
      <a:lvl8pPr marL="3748926" indent="-249928" algn="l" defTabSz="999714" rtl="0" eaLnBrk="1" latinLnBrk="0" hangingPunct="1">
        <a:lnSpc>
          <a:spcPct val="90000"/>
        </a:lnSpc>
        <a:spcBef>
          <a:spcPts val="547"/>
        </a:spcBef>
        <a:buFont typeface="Arial" panose="020B0604020202020204" pitchFamily="34" charset="0"/>
        <a:buChar char="•"/>
        <a:defRPr sz="1968" kern="1200">
          <a:solidFill>
            <a:schemeClr val="tx1"/>
          </a:solidFill>
          <a:latin typeface="+mn-lt"/>
          <a:ea typeface="+mn-ea"/>
          <a:cs typeface="+mn-cs"/>
        </a:defRPr>
      </a:lvl8pPr>
      <a:lvl9pPr marL="4248782" indent="-249928" algn="l" defTabSz="999714" rtl="0" eaLnBrk="1" latinLnBrk="0" hangingPunct="1">
        <a:lnSpc>
          <a:spcPct val="90000"/>
        </a:lnSpc>
        <a:spcBef>
          <a:spcPts val="547"/>
        </a:spcBef>
        <a:buFont typeface="Arial" panose="020B0604020202020204" pitchFamily="34" charset="0"/>
        <a:buChar char="•"/>
        <a:defRPr sz="196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99714" rtl="0" eaLnBrk="1" latinLnBrk="0" hangingPunct="1">
        <a:defRPr sz="1968" kern="1200">
          <a:solidFill>
            <a:schemeClr val="tx1"/>
          </a:solidFill>
          <a:latin typeface="+mn-lt"/>
          <a:ea typeface="+mn-ea"/>
          <a:cs typeface="+mn-cs"/>
        </a:defRPr>
      </a:lvl1pPr>
      <a:lvl2pPr marL="499857" algn="l" defTabSz="999714" rtl="0" eaLnBrk="1" latinLnBrk="0" hangingPunct="1">
        <a:defRPr sz="1968" kern="1200">
          <a:solidFill>
            <a:schemeClr val="tx1"/>
          </a:solidFill>
          <a:latin typeface="+mn-lt"/>
          <a:ea typeface="+mn-ea"/>
          <a:cs typeface="+mn-cs"/>
        </a:defRPr>
      </a:lvl2pPr>
      <a:lvl3pPr marL="999714" algn="l" defTabSz="999714" rtl="0" eaLnBrk="1" latinLnBrk="0" hangingPunct="1">
        <a:defRPr sz="1968" kern="1200">
          <a:solidFill>
            <a:schemeClr val="tx1"/>
          </a:solidFill>
          <a:latin typeface="+mn-lt"/>
          <a:ea typeface="+mn-ea"/>
          <a:cs typeface="+mn-cs"/>
        </a:defRPr>
      </a:lvl3pPr>
      <a:lvl4pPr marL="1499570" algn="l" defTabSz="999714" rtl="0" eaLnBrk="1" latinLnBrk="0" hangingPunct="1">
        <a:defRPr sz="1968" kern="1200">
          <a:solidFill>
            <a:schemeClr val="tx1"/>
          </a:solidFill>
          <a:latin typeface="+mn-lt"/>
          <a:ea typeface="+mn-ea"/>
          <a:cs typeface="+mn-cs"/>
        </a:defRPr>
      </a:lvl4pPr>
      <a:lvl5pPr marL="1999427" algn="l" defTabSz="999714" rtl="0" eaLnBrk="1" latinLnBrk="0" hangingPunct="1">
        <a:defRPr sz="1968" kern="1200">
          <a:solidFill>
            <a:schemeClr val="tx1"/>
          </a:solidFill>
          <a:latin typeface="+mn-lt"/>
          <a:ea typeface="+mn-ea"/>
          <a:cs typeface="+mn-cs"/>
        </a:defRPr>
      </a:lvl5pPr>
      <a:lvl6pPr marL="2499284" algn="l" defTabSz="999714" rtl="0" eaLnBrk="1" latinLnBrk="0" hangingPunct="1">
        <a:defRPr sz="1968" kern="1200">
          <a:solidFill>
            <a:schemeClr val="tx1"/>
          </a:solidFill>
          <a:latin typeface="+mn-lt"/>
          <a:ea typeface="+mn-ea"/>
          <a:cs typeface="+mn-cs"/>
        </a:defRPr>
      </a:lvl6pPr>
      <a:lvl7pPr marL="2999141" algn="l" defTabSz="999714" rtl="0" eaLnBrk="1" latinLnBrk="0" hangingPunct="1">
        <a:defRPr sz="1968" kern="1200">
          <a:solidFill>
            <a:schemeClr val="tx1"/>
          </a:solidFill>
          <a:latin typeface="+mn-lt"/>
          <a:ea typeface="+mn-ea"/>
          <a:cs typeface="+mn-cs"/>
        </a:defRPr>
      </a:lvl7pPr>
      <a:lvl8pPr marL="3498997" algn="l" defTabSz="999714" rtl="0" eaLnBrk="1" latinLnBrk="0" hangingPunct="1">
        <a:defRPr sz="1968" kern="1200">
          <a:solidFill>
            <a:schemeClr val="tx1"/>
          </a:solidFill>
          <a:latin typeface="+mn-lt"/>
          <a:ea typeface="+mn-ea"/>
          <a:cs typeface="+mn-cs"/>
        </a:defRPr>
      </a:lvl8pPr>
      <a:lvl9pPr marL="3998854" algn="l" defTabSz="999714" rtl="0" eaLnBrk="1" latinLnBrk="0" hangingPunct="1">
        <a:defRPr sz="196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26" Type="http://schemas.openxmlformats.org/officeDocument/2006/relationships/image" Target="../media/image24.png"/><Relationship Id="rId39" Type="http://schemas.openxmlformats.org/officeDocument/2006/relationships/image" Target="../media/image37.png"/><Relationship Id="rId21" Type="http://schemas.openxmlformats.org/officeDocument/2006/relationships/image" Target="../media/image19.png"/><Relationship Id="rId34" Type="http://schemas.openxmlformats.org/officeDocument/2006/relationships/image" Target="../media/image32.png"/><Relationship Id="rId42" Type="http://schemas.openxmlformats.org/officeDocument/2006/relationships/image" Target="../media/image40.png"/><Relationship Id="rId47" Type="http://schemas.openxmlformats.org/officeDocument/2006/relationships/image" Target="../media/image45.png"/><Relationship Id="rId50" Type="http://schemas.openxmlformats.org/officeDocument/2006/relationships/image" Target="../media/image48.png"/><Relationship Id="rId55" Type="http://schemas.openxmlformats.org/officeDocument/2006/relationships/image" Target="../media/image53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9" Type="http://schemas.openxmlformats.org/officeDocument/2006/relationships/image" Target="../media/image27.pn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32" Type="http://schemas.openxmlformats.org/officeDocument/2006/relationships/image" Target="../media/image30.png"/><Relationship Id="rId37" Type="http://schemas.openxmlformats.org/officeDocument/2006/relationships/image" Target="../media/image35.png"/><Relationship Id="rId40" Type="http://schemas.openxmlformats.org/officeDocument/2006/relationships/image" Target="../media/image38.png"/><Relationship Id="rId45" Type="http://schemas.openxmlformats.org/officeDocument/2006/relationships/image" Target="../media/image43.png"/><Relationship Id="rId53" Type="http://schemas.openxmlformats.org/officeDocument/2006/relationships/image" Target="../media/image51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31" Type="http://schemas.openxmlformats.org/officeDocument/2006/relationships/image" Target="../media/image29.png"/><Relationship Id="rId44" Type="http://schemas.openxmlformats.org/officeDocument/2006/relationships/image" Target="../media/image42.png"/><Relationship Id="rId52" Type="http://schemas.openxmlformats.org/officeDocument/2006/relationships/image" Target="../media/image50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Relationship Id="rId27" Type="http://schemas.openxmlformats.org/officeDocument/2006/relationships/image" Target="../media/image25.png"/><Relationship Id="rId30" Type="http://schemas.openxmlformats.org/officeDocument/2006/relationships/image" Target="../media/image28.png"/><Relationship Id="rId35" Type="http://schemas.openxmlformats.org/officeDocument/2006/relationships/image" Target="../media/image33.png"/><Relationship Id="rId43" Type="http://schemas.openxmlformats.org/officeDocument/2006/relationships/image" Target="../media/image41.png"/><Relationship Id="rId48" Type="http://schemas.openxmlformats.org/officeDocument/2006/relationships/image" Target="../media/image46.png"/><Relationship Id="rId8" Type="http://schemas.openxmlformats.org/officeDocument/2006/relationships/image" Target="../media/image6.png"/><Relationship Id="rId51" Type="http://schemas.openxmlformats.org/officeDocument/2006/relationships/image" Target="../media/image49.png"/><Relationship Id="rId3" Type="http://schemas.openxmlformats.org/officeDocument/2006/relationships/image" Target="../media/image1.sv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33" Type="http://schemas.openxmlformats.org/officeDocument/2006/relationships/image" Target="../media/image31.png"/><Relationship Id="rId38" Type="http://schemas.openxmlformats.org/officeDocument/2006/relationships/image" Target="../media/image36.png"/><Relationship Id="rId46" Type="http://schemas.openxmlformats.org/officeDocument/2006/relationships/image" Target="../media/image44.png"/><Relationship Id="rId20" Type="http://schemas.openxmlformats.org/officeDocument/2006/relationships/image" Target="../media/image18.png"/><Relationship Id="rId41" Type="http://schemas.openxmlformats.org/officeDocument/2006/relationships/image" Target="../media/image39.png"/><Relationship Id="rId54" Type="http://schemas.openxmlformats.org/officeDocument/2006/relationships/image" Target="../media/image5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28" Type="http://schemas.openxmlformats.org/officeDocument/2006/relationships/image" Target="../media/image26.png"/><Relationship Id="rId36" Type="http://schemas.openxmlformats.org/officeDocument/2006/relationships/image" Target="../media/image34.png"/><Relationship Id="rId49" Type="http://schemas.openxmlformats.org/officeDocument/2006/relationships/image" Target="../media/image4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圆角矩形 827">
            <a:extLst>
              <a:ext uri="{FF2B5EF4-FFF2-40B4-BE49-F238E27FC236}">
                <a16:creationId xmlns:a16="http://schemas.microsoft.com/office/drawing/2014/main" id="{0ABE9BDB-BCF3-EB65-4CE0-1E11E6A4EA36}"/>
              </a:ext>
            </a:extLst>
          </p:cNvPr>
          <p:cNvSpPr/>
          <p:nvPr/>
        </p:nvSpPr>
        <p:spPr>
          <a:xfrm>
            <a:off x="6772838" y="103596"/>
            <a:ext cx="6881447" cy="5608288"/>
          </a:xfrm>
          <a:prstGeom prst="roundRect">
            <a:avLst>
              <a:gd name="adj" fmla="val 3793"/>
            </a:avLst>
          </a:prstGeom>
          <a:solidFill>
            <a:srgbClr val="FFF5F9"/>
          </a:solidFill>
          <a:ln>
            <a:solidFill>
              <a:srgbClr val="984A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776" dirty="0">
              <a:solidFill>
                <a:schemeClr val="tx1"/>
              </a:solidFill>
              <a:latin typeface="Comic Sans MS" panose="030F0902030302020204" pitchFamily="66" charset="0"/>
              <a:cs typeface="Arial" panose="020B0604020202020204" pitchFamily="34" charset="0"/>
            </a:endParaRPr>
          </a:p>
        </p:txBody>
      </p:sp>
      <p:sp>
        <p:nvSpPr>
          <p:cNvPr id="829" name="圆角矩形 828">
            <a:extLst>
              <a:ext uri="{FF2B5EF4-FFF2-40B4-BE49-F238E27FC236}">
                <a16:creationId xmlns:a16="http://schemas.microsoft.com/office/drawing/2014/main" id="{BA02225A-B1AA-3B2E-8E34-7AFEB327565C}"/>
              </a:ext>
            </a:extLst>
          </p:cNvPr>
          <p:cNvSpPr/>
          <p:nvPr/>
        </p:nvSpPr>
        <p:spPr>
          <a:xfrm>
            <a:off x="67623" y="1059707"/>
            <a:ext cx="1239368" cy="3625147"/>
          </a:xfrm>
          <a:prstGeom prst="roundRect">
            <a:avLst>
              <a:gd name="adj" fmla="val 5836"/>
            </a:avLst>
          </a:prstGeom>
          <a:solidFill>
            <a:srgbClr val="FBF5FF"/>
          </a:solidFill>
          <a:ln>
            <a:solidFill>
              <a:srgbClr val="513A7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579" dirty="0">
              <a:solidFill>
                <a:schemeClr val="tx1"/>
              </a:solidFill>
              <a:latin typeface="Comic Sans MS" panose="030F0902030302020204" pitchFamily="66" charset="0"/>
              <a:cs typeface="Arial" panose="020B0604020202020204" pitchFamily="34" charset="0"/>
            </a:endParaRPr>
          </a:p>
        </p:txBody>
      </p:sp>
      <p:pic>
        <p:nvPicPr>
          <p:cNvPr id="830" name="图形 829">
            <a:extLst>
              <a:ext uri="{FF2B5EF4-FFF2-40B4-BE49-F238E27FC236}">
                <a16:creationId xmlns:a16="http://schemas.microsoft.com/office/drawing/2014/main" id="{8DED3DB3-4827-1C41-82A2-01706E2DD4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5718" y="2062562"/>
            <a:ext cx="522985" cy="498947"/>
          </a:xfrm>
          <a:prstGeom prst="rect">
            <a:avLst/>
          </a:prstGeom>
        </p:spPr>
      </p:pic>
      <p:sp>
        <p:nvSpPr>
          <p:cNvPr id="831" name="圆角矩形 830">
            <a:extLst>
              <a:ext uri="{FF2B5EF4-FFF2-40B4-BE49-F238E27FC236}">
                <a16:creationId xmlns:a16="http://schemas.microsoft.com/office/drawing/2014/main" id="{98F11FD6-583F-10EC-73B6-3F070AFC100E}"/>
              </a:ext>
            </a:extLst>
          </p:cNvPr>
          <p:cNvSpPr/>
          <p:nvPr/>
        </p:nvSpPr>
        <p:spPr>
          <a:xfrm>
            <a:off x="141737" y="1889324"/>
            <a:ext cx="1091140" cy="778113"/>
          </a:xfrm>
          <a:prstGeom prst="roundRect">
            <a:avLst>
              <a:gd name="adj" fmla="val 5836"/>
            </a:avLst>
          </a:prstGeom>
          <a:solidFill>
            <a:schemeClr val="bg1"/>
          </a:solidFill>
          <a:ln>
            <a:solidFill>
              <a:srgbClr val="FFAE8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776" dirty="0">
              <a:solidFill>
                <a:schemeClr val="tx1"/>
              </a:solidFill>
              <a:latin typeface="Comic Sans MS" panose="030F0902030302020204" pitchFamily="66" charset="0"/>
              <a:cs typeface="Arial" panose="020B0604020202020204" pitchFamily="34" charset="0"/>
            </a:endParaRPr>
          </a:p>
        </p:txBody>
      </p:sp>
      <p:pic>
        <p:nvPicPr>
          <p:cNvPr id="832" name="图片 831" descr="icon_document">
            <a:extLst>
              <a:ext uri="{FF2B5EF4-FFF2-40B4-BE49-F238E27FC236}">
                <a16:creationId xmlns:a16="http://schemas.microsoft.com/office/drawing/2014/main" id="{9FBF38BE-2C9F-AA4E-6683-F386068ABE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816" y="1983438"/>
            <a:ext cx="589887" cy="589887"/>
          </a:xfrm>
          <a:prstGeom prst="rect">
            <a:avLst/>
          </a:prstGeom>
        </p:spPr>
      </p:pic>
      <p:sp>
        <p:nvSpPr>
          <p:cNvPr id="833" name="文本框 832">
            <a:extLst>
              <a:ext uri="{FF2B5EF4-FFF2-40B4-BE49-F238E27FC236}">
                <a16:creationId xmlns:a16="http://schemas.microsoft.com/office/drawing/2014/main" id="{3B6C845E-B1C7-967D-9C53-12D4FFEB74BB}"/>
              </a:ext>
            </a:extLst>
          </p:cNvPr>
          <p:cNvSpPr txBox="1"/>
          <p:nvPr/>
        </p:nvSpPr>
        <p:spPr>
          <a:xfrm>
            <a:off x="759806" y="2117838"/>
            <a:ext cx="4439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000" dirty="0">
                <a:latin typeface="Comic Sans MS" panose="030F0902030302020204" pitchFamily="66" charset="0"/>
                <a:cs typeface="Arial" panose="020B0604020202020204" pitchFamily="34" charset="0"/>
              </a:rPr>
              <a:t>T</a:t>
            </a:r>
            <a:endParaRPr kumimoji="1" lang="zh-CN" altLang="en-US" sz="2000" dirty="0">
              <a:latin typeface="Comic Sans MS" panose="030F0902030302020204" pitchFamily="66" charset="0"/>
              <a:cs typeface="Arial" panose="020B0604020202020204" pitchFamily="34" charset="0"/>
            </a:endParaRPr>
          </a:p>
        </p:txBody>
      </p:sp>
      <p:pic>
        <p:nvPicPr>
          <p:cNvPr id="834" name="图形 833">
            <a:extLst>
              <a:ext uri="{FF2B5EF4-FFF2-40B4-BE49-F238E27FC236}">
                <a16:creationId xmlns:a16="http://schemas.microsoft.com/office/drawing/2014/main" id="{DC797329-A96A-0690-DAAD-6E9CABDB767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5718" y="3005545"/>
            <a:ext cx="522985" cy="498947"/>
          </a:xfrm>
          <a:prstGeom prst="rect">
            <a:avLst/>
          </a:prstGeom>
        </p:spPr>
      </p:pic>
      <p:sp>
        <p:nvSpPr>
          <p:cNvPr id="835" name="圆角矩形 834">
            <a:extLst>
              <a:ext uri="{FF2B5EF4-FFF2-40B4-BE49-F238E27FC236}">
                <a16:creationId xmlns:a16="http://schemas.microsoft.com/office/drawing/2014/main" id="{203D1992-67A7-30E8-0182-A104FCD1F40F}"/>
              </a:ext>
            </a:extLst>
          </p:cNvPr>
          <p:cNvSpPr/>
          <p:nvPr/>
        </p:nvSpPr>
        <p:spPr>
          <a:xfrm>
            <a:off x="141737" y="2832307"/>
            <a:ext cx="1091140" cy="778113"/>
          </a:xfrm>
          <a:prstGeom prst="roundRect">
            <a:avLst>
              <a:gd name="adj" fmla="val 5836"/>
            </a:avLst>
          </a:prstGeom>
          <a:solidFill>
            <a:schemeClr val="bg1"/>
          </a:solidFill>
          <a:ln>
            <a:solidFill>
              <a:srgbClr val="7BCD9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chemeClr val="tx1"/>
              </a:solidFill>
              <a:latin typeface="Comic Sans MS" panose="030F0902030302020204" pitchFamily="66" charset="0"/>
              <a:cs typeface="Arial" panose="020B0604020202020204" pitchFamily="34" charset="0"/>
            </a:endParaRPr>
          </a:p>
        </p:txBody>
      </p:sp>
      <p:sp>
        <p:nvSpPr>
          <p:cNvPr id="836" name="文本框 835">
            <a:extLst>
              <a:ext uri="{FF2B5EF4-FFF2-40B4-BE49-F238E27FC236}">
                <a16:creationId xmlns:a16="http://schemas.microsoft.com/office/drawing/2014/main" id="{A22249A6-F1F9-4C46-4E4E-43FB16E4D483}"/>
              </a:ext>
            </a:extLst>
          </p:cNvPr>
          <p:cNvSpPr txBox="1"/>
          <p:nvPr/>
        </p:nvSpPr>
        <p:spPr>
          <a:xfrm>
            <a:off x="771328" y="3060039"/>
            <a:ext cx="4439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000" dirty="0">
                <a:latin typeface="Comic Sans MS" panose="030F0902030302020204" pitchFamily="66" charset="0"/>
                <a:cs typeface="Arial" panose="020B0604020202020204" pitchFamily="34" charset="0"/>
              </a:rPr>
              <a:t>A</a:t>
            </a:r>
            <a:endParaRPr kumimoji="1" lang="zh-CN" altLang="en-US" sz="2000" dirty="0">
              <a:latin typeface="Comic Sans MS" panose="030F0902030302020204" pitchFamily="66" charset="0"/>
              <a:cs typeface="Arial" panose="020B0604020202020204" pitchFamily="34" charset="0"/>
            </a:endParaRPr>
          </a:p>
        </p:txBody>
      </p:sp>
      <p:pic>
        <p:nvPicPr>
          <p:cNvPr id="837" name="图片 836" descr="icon_audio">
            <a:extLst>
              <a:ext uri="{FF2B5EF4-FFF2-40B4-BE49-F238E27FC236}">
                <a16:creationId xmlns:a16="http://schemas.microsoft.com/office/drawing/2014/main" id="{5D9E956E-FE08-B738-D0A8-63C700E195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8816" y="2926897"/>
            <a:ext cx="589887" cy="588920"/>
          </a:xfrm>
          <a:prstGeom prst="rect">
            <a:avLst/>
          </a:prstGeom>
        </p:spPr>
      </p:pic>
      <p:sp>
        <p:nvSpPr>
          <p:cNvPr id="838" name="圆角矩形 837">
            <a:extLst>
              <a:ext uri="{FF2B5EF4-FFF2-40B4-BE49-F238E27FC236}">
                <a16:creationId xmlns:a16="http://schemas.microsoft.com/office/drawing/2014/main" id="{DFA9959F-FB24-1494-8C5B-C4D8EB00E17C}"/>
              </a:ext>
            </a:extLst>
          </p:cNvPr>
          <p:cNvSpPr/>
          <p:nvPr/>
        </p:nvSpPr>
        <p:spPr>
          <a:xfrm>
            <a:off x="141737" y="3775289"/>
            <a:ext cx="1091140" cy="778113"/>
          </a:xfrm>
          <a:prstGeom prst="roundRect">
            <a:avLst>
              <a:gd name="adj" fmla="val 5836"/>
            </a:avLst>
          </a:prstGeom>
          <a:solidFill>
            <a:schemeClr val="bg1"/>
          </a:solidFill>
          <a:ln>
            <a:solidFill>
              <a:srgbClr val="4374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chemeClr val="tx1"/>
              </a:solidFill>
              <a:latin typeface="Comic Sans MS" panose="030F0902030302020204" pitchFamily="66" charset="0"/>
              <a:cs typeface="Arial" panose="020B0604020202020204" pitchFamily="34" charset="0"/>
            </a:endParaRPr>
          </a:p>
        </p:txBody>
      </p:sp>
      <p:sp>
        <p:nvSpPr>
          <p:cNvPr id="839" name="文本框 838">
            <a:extLst>
              <a:ext uri="{FF2B5EF4-FFF2-40B4-BE49-F238E27FC236}">
                <a16:creationId xmlns:a16="http://schemas.microsoft.com/office/drawing/2014/main" id="{C6A9AD48-79E9-E7A3-F3DC-FA0D6B1F47A3}"/>
              </a:ext>
            </a:extLst>
          </p:cNvPr>
          <p:cNvSpPr txBox="1"/>
          <p:nvPr/>
        </p:nvSpPr>
        <p:spPr>
          <a:xfrm>
            <a:off x="771328" y="3960990"/>
            <a:ext cx="4439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000" dirty="0">
                <a:latin typeface="Comic Sans MS" panose="030F0902030302020204" pitchFamily="66" charset="0"/>
                <a:cs typeface="Arial" panose="020B0604020202020204" pitchFamily="34" charset="0"/>
              </a:rPr>
              <a:t>V</a:t>
            </a:r>
            <a:endParaRPr kumimoji="1" lang="zh-CN" altLang="en-US" sz="2000" dirty="0">
              <a:latin typeface="Comic Sans MS" panose="030F0902030302020204" pitchFamily="66" charset="0"/>
              <a:cs typeface="Arial" panose="020B0604020202020204" pitchFamily="34" charset="0"/>
            </a:endParaRPr>
          </a:p>
        </p:txBody>
      </p:sp>
      <p:pic>
        <p:nvPicPr>
          <p:cNvPr id="840" name="图片 839" descr="icon_video">
            <a:extLst>
              <a:ext uri="{FF2B5EF4-FFF2-40B4-BE49-F238E27FC236}">
                <a16:creationId xmlns:a16="http://schemas.microsoft.com/office/drawing/2014/main" id="{8CFF8166-A12E-F55C-F325-CA53826B1ED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8815" y="3869880"/>
            <a:ext cx="589887" cy="588920"/>
          </a:xfrm>
          <a:prstGeom prst="rect">
            <a:avLst/>
          </a:prstGeom>
        </p:spPr>
      </p:pic>
      <p:sp>
        <p:nvSpPr>
          <p:cNvPr id="841" name="文本框 840">
            <a:extLst>
              <a:ext uri="{FF2B5EF4-FFF2-40B4-BE49-F238E27FC236}">
                <a16:creationId xmlns:a16="http://schemas.microsoft.com/office/drawing/2014/main" id="{DDB70244-9672-0CC6-45DD-853BC9F05D89}"/>
              </a:ext>
            </a:extLst>
          </p:cNvPr>
          <p:cNvSpPr txBox="1"/>
          <p:nvPr/>
        </p:nvSpPr>
        <p:spPr>
          <a:xfrm>
            <a:off x="119" y="1130597"/>
            <a:ext cx="1382110" cy="6558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zh-CN" b="1" dirty="0">
                <a:latin typeface="Comic Sans MS" panose="030F0902030302020204" pitchFamily="66" charset="0"/>
                <a:cs typeface="Arial" panose="020B0604020202020204" pitchFamily="34" charset="0"/>
              </a:rPr>
              <a:t>Multimodal</a:t>
            </a:r>
          </a:p>
          <a:p>
            <a:pPr algn="ctr"/>
            <a:r>
              <a:rPr lang="zh-CN" altLang="zh-CN" b="1" dirty="0">
                <a:latin typeface="Comic Sans MS" panose="030F0902030302020204" pitchFamily="66" charset="0"/>
                <a:cs typeface="Arial" panose="020B0604020202020204" pitchFamily="34" charset="0"/>
              </a:rPr>
              <a:t>Input</a:t>
            </a:r>
          </a:p>
        </p:txBody>
      </p:sp>
      <p:sp>
        <p:nvSpPr>
          <p:cNvPr id="842" name="圆角矩形 841">
            <a:extLst>
              <a:ext uri="{FF2B5EF4-FFF2-40B4-BE49-F238E27FC236}">
                <a16:creationId xmlns:a16="http://schemas.microsoft.com/office/drawing/2014/main" id="{095CF134-1A6C-E787-9039-88EFCDB9B712}"/>
              </a:ext>
            </a:extLst>
          </p:cNvPr>
          <p:cNvSpPr/>
          <p:nvPr/>
        </p:nvSpPr>
        <p:spPr>
          <a:xfrm>
            <a:off x="1417169" y="105959"/>
            <a:ext cx="2116968" cy="2709102"/>
          </a:xfrm>
          <a:prstGeom prst="roundRect">
            <a:avLst>
              <a:gd name="adj" fmla="val 5836"/>
            </a:avLst>
          </a:prstGeom>
          <a:solidFill>
            <a:srgbClr val="FFFBEC"/>
          </a:solidFill>
          <a:ln>
            <a:solidFill>
              <a:srgbClr val="D4782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776" dirty="0">
              <a:solidFill>
                <a:schemeClr val="tx1"/>
              </a:solidFill>
              <a:latin typeface="Comic Sans MS" panose="030F0902030302020204" pitchFamily="66" charset="0"/>
              <a:cs typeface="Arial" panose="020B0604020202020204" pitchFamily="34" charset="0"/>
            </a:endParaRPr>
          </a:p>
        </p:txBody>
      </p:sp>
      <p:sp>
        <p:nvSpPr>
          <p:cNvPr id="843" name="文本框 842">
            <a:extLst>
              <a:ext uri="{FF2B5EF4-FFF2-40B4-BE49-F238E27FC236}">
                <a16:creationId xmlns:a16="http://schemas.microsoft.com/office/drawing/2014/main" id="{5D0B31F0-0F76-A68D-E478-42F8E98C2442}"/>
              </a:ext>
            </a:extLst>
          </p:cNvPr>
          <p:cNvSpPr txBox="1"/>
          <p:nvPr/>
        </p:nvSpPr>
        <p:spPr>
          <a:xfrm>
            <a:off x="1640208" y="103596"/>
            <a:ext cx="170110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600" b="1" dirty="0">
                <a:latin typeface="Comic Sans MS" panose="030F0902030302020204" pitchFamily="66" charset="0"/>
                <a:cs typeface="Arial" panose="020B0604020202020204" pitchFamily="34" charset="0"/>
              </a:rPr>
              <a:t>Frozen</a:t>
            </a:r>
            <a:r>
              <a:rPr lang="zh-CN" altLang="en-US" sz="1600" b="1" dirty="0">
                <a:latin typeface="Comic Sans MS" panose="030F0902030302020204" pitchFamily="66" charset="0"/>
                <a:cs typeface="Arial" panose="020B0604020202020204" pitchFamily="34" charset="0"/>
              </a:rPr>
              <a:t> </a:t>
            </a:r>
            <a:r>
              <a:rPr lang="zh-CN" altLang="zh-CN" sz="1600" b="1" dirty="0">
                <a:latin typeface="Comic Sans MS" panose="030F0902030302020204" pitchFamily="66" charset="0"/>
                <a:cs typeface="Arial" panose="020B0604020202020204" pitchFamily="34" charset="0"/>
              </a:rPr>
              <a:t>Teacher</a:t>
            </a:r>
          </a:p>
        </p:txBody>
      </p:sp>
      <p:sp>
        <p:nvSpPr>
          <p:cNvPr id="844" name="圆角矩形 843">
            <a:extLst>
              <a:ext uri="{FF2B5EF4-FFF2-40B4-BE49-F238E27FC236}">
                <a16:creationId xmlns:a16="http://schemas.microsoft.com/office/drawing/2014/main" id="{640E1DF2-4DC3-97BE-F4AD-6622D6FBB0B0}"/>
              </a:ext>
            </a:extLst>
          </p:cNvPr>
          <p:cNvSpPr/>
          <p:nvPr/>
        </p:nvSpPr>
        <p:spPr>
          <a:xfrm>
            <a:off x="1484182" y="500752"/>
            <a:ext cx="1983789" cy="356459"/>
          </a:xfrm>
          <a:prstGeom prst="roundRect">
            <a:avLst/>
          </a:prstGeom>
          <a:solidFill>
            <a:schemeClr val="bg1"/>
          </a:solidFill>
          <a:ln w="9525">
            <a:solidFill>
              <a:srgbClr val="D4782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1400" dirty="0">
                <a:solidFill>
                  <a:schemeClr val="tx1"/>
                </a:solidFill>
                <a:latin typeface="Comic Sans MS" panose="030F0902030302020204" pitchFamily="66" charset="0"/>
                <a:cs typeface="Arial" panose="020B0604020202020204" pitchFamily="34" charset="0"/>
              </a:rPr>
              <a:t>Encod</a:t>
            </a:r>
            <a:r>
              <a:rPr lang="en-US" altLang="zh-CN" sz="1400" dirty="0">
                <a:solidFill>
                  <a:schemeClr val="tx1"/>
                </a:solidFill>
                <a:latin typeface="Comic Sans MS" panose="030F0902030302020204" pitchFamily="66" charset="0"/>
                <a:cs typeface="Arial" panose="020B0604020202020204" pitchFamily="34" charset="0"/>
              </a:rPr>
              <a:t>er</a:t>
            </a:r>
            <a:endParaRPr lang="zh-CN" altLang="zh-CN" sz="1400" dirty="0">
              <a:solidFill>
                <a:schemeClr val="tx1"/>
              </a:solidFill>
              <a:latin typeface="Comic Sans MS" panose="030F0902030302020204" pitchFamily="66" charset="0"/>
              <a:cs typeface="Arial" panose="020B0604020202020204" pitchFamily="34" charset="0"/>
            </a:endParaRPr>
          </a:p>
        </p:txBody>
      </p:sp>
      <p:sp>
        <p:nvSpPr>
          <p:cNvPr id="845" name="圆角矩形 844">
            <a:extLst>
              <a:ext uri="{FF2B5EF4-FFF2-40B4-BE49-F238E27FC236}">
                <a16:creationId xmlns:a16="http://schemas.microsoft.com/office/drawing/2014/main" id="{D2BFCBCA-9D84-34DF-E20C-9FA250FD7415}"/>
              </a:ext>
            </a:extLst>
          </p:cNvPr>
          <p:cNvSpPr/>
          <p:nvPr/>
        </p:nvSpPr>
        <p:spPr>
          <a:xfrm>
            <a:off x="1484176" y="903547"/>
            <a:ext cx="1989470" cy="356459"/>
          </a:xfrm>
          <a:prstGeom prst="roundRect">
            <a:avLst/>
          </a:prstGeom>
          <a:solidFill>
            <a:schemeClr val="bg1"/>
          </a:solidFill>
          <a:ln w="9525">
            <a:solidFill>
              <a:srgbClr val="D4782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1400" dirty="0">
                <a:solidFill>
                  <a:schemeClr val="tx1"/>
                </a:solidFill>
                <a:latin typeface="Comic Sans MS" panose="030F0902030302020204" pitchFamily="66" charset="0"/>
                <a:cs typeface="Arial" panose="020B0604020202020204" pitchFamily="34" charset="0"/>
              </a:rPr>
              <a:t>Representation</a:t>
            </a:r>
            <a:endParaRPr lang="zh-CN" altLang="zh-CN" sz="1382" dirty="0">
              <a:solidFill>
                <a:schemeClr val="tx1"/>
              </a:solidFill>
              <a:latin typeface="Comic Sans MS" panose="030F0902030302020204" pitchFamily="66" charset="0"/>
              <a:cs typeface="Arial" panose="020B0604020202020204" pitchFamily="34" charset="0"/>
            </a:endParaRPr>
          </a:p>
        </p:txBody>
      </p:sp>
      <p:sp>
        <p:nvSpPr>
          <p:cNvPr id="846" name="圆角矩形 845">
            <a:extLst>
              <a:ext uri="{FF2B5EF4-FFF2-40B4-BE49-F238E27FC236}">
                <a16:creationId xmlns:a16="http://schemas.microsoft.com/office/drawing/2014/main" id="{F4B4D198-95D0-E77A-18AE-7BE5004D8A0D}"/>
              </a:ext>
            </a:extLst>
          </p:cNvPr>
          <p:cNvSpPr/>
          <p:nvPr/>
        </p:nvSpPr>
        <p:spPr>
          <a:xfrm>
            <a:off x="1484176" y="1306336"/>
            <a:ext cx="1989470" cy="1404984"/>
          </a:xfrm>
          <a:prstGeom prst="roundRect">
            <a:avLst/>
          </a:prstGeom>
          <a:solidFill>
            <a:schemeClr val="bg1"/>
          </a:solidFill>
          <a:ln w="9525">
            <a:solidFill>
              <a:srgbClr val="D4782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Comic Sans MS" panose="030F0902030302020204" pitchFamily="66" charset="0"/>
                <a:cs typeface="Arial" panose="020B0604020202020204" pitchFamily="34" charset="0"/>
              </a:rPr>
              <a:t>K</a:t>
            </a:r>
            <a:r>
              <a:rPr lang="zh-CN" altLang="zh-CN" sz="1400" dirty="0">
                <a:solidFill>
                  <a:schemeClr val="tx1"/>
                </a:solidFill>
                <a:latin typeface="Comic Sans MS" panose="030F0902030302020204" pitchFamily="66" charset="0"/>
                <a:cs typeface="Arial" panose="020B0604020202020204" pitchFamily="34" charset="0"/>
              </a:rPr>
              <a:t> Probe</a:t>
            </a:r>
            <a:r>
              <a:rPr lang="en-US" altLang="zh-CN" sz="1400" dirty="0">
                <a:solidFill>
                  <a:schemeClr val="tx1"/>
                </a:solidFill>
                <a:latin typeface="Comic Sans MS" panose="030F0902030302020204" pitchFamily="66" charset="0"/>
                <a:cs typeface="Arial" panose="020B0604020202020204" pitchFamily="34" charset="0"/>
              </a:rPr>
              <a:t>s</a:t>
            </a:r>
          </a:p>
          <a:p>
            <a:pPr algn="ctr"/>
            <a:endParaRPr lang="en-US" altLang="zh-CN" sz="1382" dirty="0">
              <a:solidFill>
                <a:schemeClr val="tx1"/>
              </a:solidFill>
              <a:latin typeface="Comic Sans MS" panose="030F0902030302020204" pitchFamily="66" charset="0"/>
              <a:cs typeface="Arial" panose="020B0604020202020204" pitchFamily="34" charset="0"/>
            </a:endParaRPr>
          </a:p>
          <a:p>
            <a:pPr algn="ctr"/>
            <a:endParaRPr lang="en-US" altLang="zh-CN" sz="1382" dirty="0">
              <a:solidFill>
                <a:schemeClr val="tx1"/>
              </a:solidFill>
              <a:latin typeface="Comic Sans MS" panose="030F0902030302020204" pitchFamily="66" charset="0"/>
              <a:cs typeface="Arial" panose="020B0604020202020204" pitchFamily="34" charset="0"/>
            </a:endParaRPr>
          </a:p>
          <a:p>
            <a:pPr algn="ctr"/>
            <a:endParaRPr lang="en-US" altLang="zh-CN" sz="1382" dirty="0">
              <a:solidFill>
                <a:schemeClr val="tx1"/>
              </a:solidFill>
              <a:latin typeface="Comic Sans MS" panose="030F0902030302020204" pitchFamily="66" charset="0"/>
              <a:cs typeface="Arial" panose="020B0604020202020204" pitchFamily="34" charset="0"/>
            </a:endParaRPr>
          </a:p>
          <a:p>
            <a:pPr algn="ctr"/>
            <a:endParaRPr lang="en-US" altLang="zh-CN" sz="1382" dirty="0">
              <a:solidFill>
                <a:schemeClr val="tx1"/>
              </a:solidFill>
              <a:latin typeface="Comic Sans MS" panose="030F0902030302020204" pitchFamily="66" charset="0"/>
              <a:cs typeface="Arial" panose="020B0604020202020204" pitchFamily="34" charset="0"/>
            </a:endParaRPr>
          </a:p>
          <a:p>
            <a:pPr algn="ctr"/>
            <a:endParaRPr lang="zh-CN" altLang="zh-CN" sz="1382" dirty="0">
              <a:solidFill>
                <a:schemeClr val="tx1"/>
              </a:solidFill>
              <a:latin typeface="Comic Sans MS" panose="030F0902030302020204" pitchFamily="66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47" name="圆角矩形 846">
                <a:extLst>
                  <a:ext uri="{FF2B5EF4-FFF2-40B4-BE49-F238E27FC236}">
                    <a16:creationId xmlns:a16="http://schemas.microsoft.com/office/drawing/2014/main" id="{AF623B22-4D81-260D-2A46-EC4EADBECF18}"/>
                  </a:ext>
                </a:extLst>
              </p:cNvPr>
              <p:cNvSpPr/>
              <p:nvPr/>
            </p:nvSpPr>
            <p:spPr>
              <a:xfrm>
                <a:off x="1672364" y="1663311"/>
                <a:ext cx="353758" cy="360266"/>
              </a:xfrm>
              <a:prstGeom prst="roundRect">
                <a:avLst/>
              </a:prstGeom>
              <a:solidFill>
                <a:srgbClr val="FDE8A2"/>
              </a:solidFill>
              <a:ln w="9525">
                <a:solidFill>
                  <a:srgbClr val="D4782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kumimoji="1" lang="en-US" altLang="zh-CN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 </m:t>
                      </m:r>
                      <m:sSub>
                        <m:sSubPr>
                          <m:ctrlPr>
                            <a:rPr kumimoji="1"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kumimoji="1"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𝑃</m:t>
                          </m:r>
                        </m:e>
                        <m:sub>
                          <m:r>
                            <a:rPr kumimoji="1"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zh-CN" altLang="en-US" i="1" dirty="0">
                  <a:solidFill>
                    <a:schemeClr val="tx1"/>
                  </a:solidFill>
                  <a:latin typeface="Comic Sans MS" panose="030F0902030302020204" pitchFamily="66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847" name="圆角矩形 846">
                <a:extLst>
                  <a:ext uri="{FF2B5EF4-FFF2-40B4-BE49-F238E27FC236}">
                    <a16:creationId xmlns:a16="http://schemas.microsoft.com/office/drawing/2014/main" id="{AF623B22-4D81-260D-2A46-EC4EADBECF1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2364" y="1663311"/>
                <a:ext cx="353758" cy="360266"/>
              </a:xfrm>
              <a:prstGeom prst="roundRect">
                <a:avLst/>
              </a:prstGeom>
              <a:blipFill>
                <a:blip r:embed="rId7"/>
                <a:stretch>
                  <a:fillRect l="-37931" b="-16667"/>
                </a:stretch>
              </a:blipFill>
              <a:ln w="9525">
                <a:solidFill>
                  <a:srgbClr val="D4782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8" name="圆角矩形 847">
                <a:extLst>
                  <a:ext uri="{FF2B5EF4-FFF2-40B4-BE49-F238E27FC236}">
                    <a16:creationId xmlns:a16="http://schemas.microsoft.com/office/drawing/2014/main" id="{E62B7AB8-75CE-B5EC-5928-6433FDF39D4E}"/>
                  </a:ext>
                </a:extLst>
              </p:cNvPr>
              <p:cNvSpPr/>
              <p:nvPr/>
            </p:nvSpPr>
            <p:spPr>
              <a:xfrm>
                <a:off x="2136998" y="1658822"/>
                <a:ext cx="353758" cy="360266"/>
              </a:xfrm>
              <a:prstGeom prst="roundRect">
                <a:avLst/>
              </a:prstGeom>
              <a:solidFill>
                <a:srgbClr val="FDE8A2"/>
              </a:solidFill>
              <a:ln w="9525">
                <a:solidFill>
                  <a:srgbClr val="D4782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kumimoji="1" lang="en-US" altLang="zh-CN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 </m:t>
                      </m:r>
                      <m:sSub>
                        <m:sSubPr>
                          <m:ctrlPr>
                            <a:rPr kumimoji="1"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kumimoji="1"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𝑃</m:t>
                          </m:r>
                        </m:e>
                        <m:sub>
                          <m:r>
                            <a:rPr kumimoji="1"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zh-CN" altLang="en-US" i="1" dirty="0">
                  <a:solidFill>
                    <a:schemeClr val="tx1"/>
                  </a:solidFill>
                  <a:latin typeface="Comic Sans MS" panose="030F0902030302020204" pitchFamily="66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848" name="圆角矩形 847">
                <a:extLst>
                  <a:ext uri="{FF2B5EF4-FFF2-40B4-BE49-F238E27FC236}">
                    <a16:creationId xmlns:a16="http://schemas.microsoft.com/office/drawing/2014/main" id="{E62B7AB8-75CE-B5EC-5928-6433FDF39D4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6998" y="1658822"/>
                <a:ext cx="353758" cy="360266"/>
              </a:xfrm>
              <a:prstGeom prst="roundRect">
                <a:avLst/>
              </a:prstGeom>
              <a:blipFill>
                <a:blip r:embed="rId8"/>
                <a:stretch>
                  <a:fillRect l="-37931" b="-16667"/>
                </a:stretch>
              </a:blipFill>
              <a:ln w="9525">
                <a:solidFill>
                  <a:srgbClr val="D4782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9" name="圆角矩形 848">
                <a:extLst>
                  <a:ext uri="{FF2B5EF4-FFF2-40B4-BE49-F238E27FC236}">
                    <a16:creationId xmlns:a16="http://schemas.microsoft.com/office/drawing/2014/main" id="{A30B9349-FC4A-3640-EB84-B08B54FABDFF}"/>
                  </a:ext>
                </a:extLst>
              </p:cNvPr>
              <p:cNvSpPr/>
              <p:nvPr/>
            </p:nvSpPr>
            <p:spPr>
              <a:xfrm>
                <a:off x="2931700" y="1663311"/>
                <a:ext cx="353758" cy="360266"/>
              </a:xfrm>
              <a:prstGeom prst="roundRect">
                <a:avLst/>
              </a:prstGeom>
              <a:solidFill>
                <a:srgbClr val="FDE8A2"/>
              </a:solidFill>
              <a:ln w="9525">
                <a:solidFill>
                  <a:srgbClr val="D4782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kumimoji="1" lang="en-US" altLang="zh-CN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 </m:t>
                      </m:r>
                      <m:sSub>
                        <m:sSubPr>
                          <m:ctrlPr>
                            <a:rPr kumimoji="1"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kumimoji="1"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𝑃</m:t>
                          </m:r>
                        </m:e>
                        <m:sub>
                          <m:r>
                            <a:rPr kumimoji="1"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𝐾</m:t>
                          </m:r>
                        </m:sub>
                      </m:sSub>
                    </m:oMath>
                  </m:oMathPara>
                </a14:m>
                <a:endParaRPr kumimoji="1" lang="zh-CN" altLang="en-US" i="1" dirty="0">
                  <a:solidFill>
                    <a:schemeClr val="tx1"/>
                  </a:solidFill>
                  <a:latin typeface="Comic Sans MS" panose="030F0902030302020204" pitchFamily="66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849" name="圆角矩形 848">
                <a:extLst>
                  <a:ext uri="{FF2B5EF4-FFF2-40B4-BE49-F238E27FC236}">
                    <a16:creationId xmlns:a16="http://schemas.microsoft.com/office/drawing/2014/main" id="{A30B9349-FC4A-3640-EB84-B08B54FABDF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1700" y="1663311"/>
                <a:ext cx="353758" cy="360266"/>
              </a:xfrm>
              <a:prstGeom prst="roundRect">
                <a:avLst/>
              </a:prstGeom>
              <a:blipFill>
                <a:blip r:embed="rId9"/>
                <a:stretch>
                  <a:fillRect l="-40000" b="-16667"/>
                </a:stretch>
              </a:blipFill>
              <a:ln w="9525">
                <a:solidFill>
                  <a:srgbClr val="D4782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50" name="文本框 849">
            <a:extLst>
              <a:ext uri="{FF2B5EF4-FFF2-40B4-BE49-F238E27FC236}">
                <a16:creationId xmlns:a16="http://schemas.microsoft.com/office/drawing/2014/main" id="{C42D5DC4-D16B-6A11-4CBF-62C9168C0731}"/>
              </a:ext>
            </a:extLst>
          </p:cNvPr>
          <p:cNvSpPr txBox="1"/>
          <p:nvPr/>
        </p:nvSpPr>
        <p:spPr>
          <a:xfrm>
            <a:off x="2541951" y="1651886"/>
            <a:ext cx="357790" cy="3740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Comic Sans MS" panose="030F0902030302020204" pitchFamily="66" charset="0"/>
              </a:rPr>
              <a:t>···</a:t>
            </a:r>
            <a:endParaRPr kumimoji="1" lang="zh-CN" altLang="en-US" dirty="0">
              <a:latin typeface="Comic Sans MS" panose="030F0902030302020204" pitchFamily="66" charset="0"/>
            </a:endParaRPr>
          </a:p>
        </p:txBody>
      </p:sp>
      <p:sp>
        <p:nvSpPr>
          <p:cNvPr id="851" name="圆角矩形 850">
            <a:extLst>
              <a:ext uri="{FF2B5EF4-FFF2-40B4-BE49-F238E27FC236}">
                <a16:creationId xmlns:a16="http://schemas.microsoft.com/office/drawing/2014/main" id="{419AD16E-EC5F-EDE3-0DD3-35CEB6EBF075}"/>
              </a:ext>
            </a:extLst>
          </p:cNvPr>
          <p:cNvSpPr/>
          <p:nvPr/>
        </p:nvSpPr>
        <p:spPr>
          <a:xfrm>
            <a:off x="2144600" y="2242488"/>
            <a:ext cx="692312" cy="360266"/>
          </a:xfrm>
          <a:prstGeom prst="roundRect">
            <a:avLst/>
          </a:prstGeom>
          <a:solidFill>
            <a:srgbClr val="FDE8A2"/>
          </a:solidFill>
          <a:ln w="9525">
            <a:solidFill>
              <a:srgbClr val="D4782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CN" i="1" dirty="0">
                <a:solidFill>
                  <a:schemeClr val="tx1"/>
                </a:solidFill>
                <a:latin typeface="Comic Sans MS" panose="030F0902030302020204" pitchFamily="66" charset="0"/>
                <a:cs typeface="Arial" panose="020B0604020202020204" pitchFamily="34" charset="0"/>
              </a:rPr>
              <a:t>Avg</a:t>
            </a:r>
            <a:endParaRPr kumimoji="1" lang="zh-CN" altLang="en-US" sz="1776" i="1" dirty="0">
              <a:solidFill>
                <a:schemeClr val="tx1"/>
              </a:solidFill>
              <a:latin typeface="Comic Sans MS" panose="030F0902030302020204" pitchFamily="66" charset="0"/>
              <a:cs typeface="Arial" panose="020B0604020202020204" pitchFamily="34" charset="0"/>
            </a:endParaRPr>
          </a:p>
        </p:txBody>
      </p:sp>
      <p:cxnSp>
        <p:nvCxnSpPr>
          <p:cNvPr id="852" name="肘形连接符 851">
            <a:extLst>
              <a:ext uri="{FF2B5EF4-FFF2-40B4-BE49-F238E27FC236}">
                <a16:creationId xmlns:a16="http://schemas.microsoft.com/office/drawing/2014/main" id="{50CF23C9-F2AC-2221-92AC-B575D14F8EB3}"/>
              </a:ext>
            </a:extLst>
          </p:cNvPr>
          <p:cNvCxnSpPr>
            <a:stCxn id="847" idx="2"/>
            <a:endCxn id="851" idx="0"/>
          </p:cNvCxnSpPr>
          <p:nvPr/>
        </p:nvCxnSpPr>
        <p:spPr>
          <a:xfrm rot="16200000" flipH="1">
            <a:off x="2060550" y="1812281"/>
            <a:ext cx="218911" cy="641513"/>
          </a:xfrm>
          <a:prstGeom prst="bentConnector3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3" name="肘形连接符 852">
            <a:extLst>
              <a:ext uri="{FF2B5EF4-FFF2-40B4-BE49-F238E27FC236}">
                <a16:creationId xmlns:a16="http://schemas.microsoft.com/office/drawing/2014/main" id="{280766E3-D010-1DF7-31AA-03970436DEF6}"/>
              </a:ext>
            </a:extLst>
          </p:cNvPr>
          <p:cNvCxnSpPr>
            <a:cxnSpLocks/>
            <a:stCxn id="848" idx="2"/>
            <a:endCxn id="851" idx="0"/>
          </p:cNvCxnSpPr>
          <p:nvPr/>
        </p:nvCxnSpPr>
        <p:spPr>
          <a:xfrm rot="16200000" flipH="1">
            <a:off x="2290616" y="2042354"/>
            <a:ext cx="223400" cy="176879"/>
          </a:xfrm>
          <a:prstGeom prst="bentConnector3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4" name="肘形连接符 853">
            <a:extLst>
              <a:ext uri="{FF2B5EF4-FFF2-40B4-BE49-F238E27FC236}">
                <a16:creationId xmlns:a16="http://schemas.microsoft.com/office/drawing/2014/main" id="{804094A0-24E0-3077-F3AB-52D107F9EF44}"/>
              </a:ext>
            </a:extLst>
          </p:cNvPr>
          <p:cNvCxnSpPr>
            <a:cxnSpLocks/>
            <a:stCxn id="849" idx="2"/>
            <a:endCxn id="851" idx="0"/>
          </p:cNvCxnSpPr>
          <p:nvPr/>
        </p:nvCxnSpPr>
        <p:spPr>
          <a:xfrm rot="5400000">
            <a:off x="2690219" y="1824127"/>
            <a:ext cx="218911" cy="617823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5" name="圆角矩形 854">
            <a:extLst>
              <a:ext uri="{FF2B5EF4-FFF2-40B4-BE49-F238E27FC236}">
                <a16:creationId xmlns:a16="http://schemas.microsoft.com/office/drawing/2014/main" id="{1D4A287C-C843-8040-1341-D2DFC2975E01}"/>
              </a:ext>
            </a:extLst>
          </p:cNvPr>
          <p:cNvSpPr/>
          <p:nvPr/>
        </p:nvSpPr>
        <p:spPr>
          <a:xfrm>
            <a:off x="1417174" y="3010737"/>
            <a:ext cx="2116969" cy="2701148"/>
          </a:xfrm>
          <a:prstGeom prst="roundRect">
            <a:avLst>
              <a:gd name="adj" fmla="val 5836"/>
            </a:avLst>
          </a:prstGeom>
          <a:solidFill>
            <a:srgbClr val="FFF4EF"/>
          </a:solidFill>
          <a:ln>
            <a:solidFill>
              <a:srgbClr val="A73C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776" dirty="0">
              <a:solidFill>
                <a:schemeClr val="tx1"/>
              </a:solidFill>
              <a:latin typeface="Comic Sans MS" panose="030F0902030302020204" pitchFamily="66" charset="0"/>
              <a:cs typeface="Arial" panose="020B0604020202020204" pitchFamily="34" charset="0"/>
            </a:endParaRPr>
          </a:p>
        </p:txBody>
      </p:sp>
      <p:sp>
        <p:nvSpPr>
          <p:cNvPr id="856" name="圆角矩形 855">
            <a:extLst>
              <a:ext uri="{FF2B5EF4-FFF2-40B4-BE49-F238E27FC236}">
                <a16:creationId xmlns:a16="http://schemas.microsoft.com/office/drawing/2014/main" id="{5A6A1B07-450F-9C2E-72DC-15369DC5DC3C}"/>
              </a:ext>
            </a:extLst>
          </p:cNvPr>
          <p:cNvSpPr/>
          <p:nvPr/>
        </p:nvSpPr>
        <p:spPr>
          <a:xfrm>
            <a:off x="1476857" y="3394648"/>
            <a:ext cx="1983788" cy="910745"/>
          </a:xfrm>
          <a:prstGeom prst="roundRect">
            <a:avLst/>
          </a:prstGeom>
          <a:solidFill>
            <a:schemeClr val="bg1"/>
          </a:solidFill>
          <a:ln w="9525">
            <a:solidFill>
              <a:srgbClr val="A73C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1382" dirty="0">
                <a:solidFill>
                  <a:schemeClr val="tx1"/>
                </a:solidFill>
                <a:latin typeface="Comic Sans MS" panose="030F0902030302020204" pitchFamily="66" charset="0"/>
                <a:cs typeface="Arial" panose="020B0604020202020204" pitchFamily="34" charset="0"/>
              </a:rPr>
              <a:t>T</a:t>
            </a:r>
            <a:r>
              <a:rPr lang="zh-CN" altLang="en-US" sz="1382" dirty="0">
                <a:solidFill>
                  <a:schemeClr val="tx1"/>
                </a:solidFill>
                <a:latin typeface="Comic Sans MS" panose="030F0902030302020204" pitchFamily="66" charset="0"/>
                <a:cs typeface="Arial" panose="020B0604020202020204" pitchFamily="34" charset="0"/>
              </a:rPr>
              <a:t> </a:t>
            </a:r>
            <a:r>
              <a:rPr lang="zh-CN" altLang="zh-CN" sz="1382" dirty="0">
                <a:solidFill>
                  <a:schemeClr val="tx1"/>
                </a:solidFill>
                <a:latin typeface="Comic Sans MS" panose="030F0902030302020204" pitchFamily="66" charset="0"/>
                <a:cs typeface="Arial" panose="020B0604020202020204" pitchFamily="34" charset="0"/>
              </a:rPr>
              <a:t>/ A / V</a:t>
            </a:r>
            <a:r>
              <a:rPr lang="zh-CN" altLang="en-US" sz="1382" dirty="0">
                <a:solidFill>
                  <a:schemeClr val="tx1"/>
                </a:solidFill>
                <a:latin typeface="Comic Sans MS" panose="030F0902030302020204" pitchFamily="66" charset="0"/>
                <a:cs typeface="Arial" panose="020B0604020202020204" pitchFamily="34" charset="0"/>
              </a:rPr>
              <a:t> </a:t>
            </a:r>
            <a:r>
              <a:rPr lang="zh-CN" altLang="zh-CN" sz="1382" dirty="0">
                <a:solidFill>
                  <a:schemeClr val="tx1"/>
                </a:solidFill>
                <a:latin typeface="Comic Sans MS" panose="030F0902030302020204" pitchFamily="66" charset="0"/>
                <a:cs typeface="Arial" panose="020B0604020202020204" pitchFamily="34" charset="0"/>
              </a:rPr>
              <a:t>Encoders</a:t>
            </a:r>
            <a:endParaRPr lang="en-US" altLang="zh-CN" sz="1382" dirty="0">
              <a:solidFill>
                <a:schemeClr val="tx1"/>
              </a:solidFill>
              <a:latin typeface="Comic Sans MS" panose="030F0902030302020204" pitchFamily="66" charset="0"/>
              <a:cs typeface="Arial" panose="020B0604020202020204" pitchFamily="34" charset="0"/>
            </a:endParaRPr>
          </a:p>
          <a:p>
            <a:pPr algn="ctr"/>
            <a:endParaRPr lang="en-US" altLang="zh-CN" sz="1382" dirty="0">
              <a:solidFill>
                <a:schemeClr val="tx1"/>
              </a:solidFill>
              <a:latin typeface="Comic Sans MS" panose="030F0902030302020204" pitchFamily="66" charset="0"/>
              <a:cs typeface="Arial" panose="020B0604020202020204" pitchFamily="34" charset="0"/>
            </a:endParaRPr>
          </a:p>
          <a:p>
            <a:pPr algn="ctr"/>
            <a:endParaRPr lang="en-US" altLang="zh-CN" sz="1382" dirty="0">
              <a:solidFill>
                <a:schemeClr val="tx1"/>
              </a:solidFill>
              <a:latin typeface="Comic Sans MS" panose="030F0902030302020204" pitchFamily="66" charset="0"/>
              <a:cs typeface="Arial" panose="020B0604020202020204" pitchFamily="34" charset="0"/>
            </a:endParaRPr>
          </a:p>
          <a:p>
            <a:pPr algn="ctr"/>
            <a:endParaRPr lang="zh-CN" altLang="zh-CN" sz="1382" dirty="0">
              <a:solidFill>
                <a:schemeClr val="tx1"/>
              </a:solidFill>
              <a:latin typeface="Comic Sans MS" panose="030F0902030302020204" pitchFamily="66" charset="0"/>
              <a:cs typeface="Arial" panose="020B0604020202020204" pitchFamily="34" charset="0"/>
            </a:endParaRPr>
          </a:p>
        </p:txBody>
      </p:sp>
      <p:sp>
        <p:nvSpPr>
          <p:cNvPr id="857" name="圆角矩形 856">
            <a:extLst>
              <a:ext uri="{FF2B5EF4-FFF2-40B4-BE49-F238E27FC236}">
                <a16:creationId xmlns:a16="http://schemas.microsoft.com/office/drawing/2014/main" id="{43C63D6E-23DD-9962-8120-E2FA81F809C6}"/>
              </a:ext>
            </a:extLst>
          </p:cNvPr>
          <p:cNvSpPr/>
          <p:nvPr/>
        </p:nvSpPr>
        <p:spPr>
          <a:xfrm>
            <a:off x="1476861" y="4818696"/>
            <a:ext cx="1983789" cy="356459"/>
          </a:xfrm>
          <a:prstGeom prst="roundRect">
            <a:avLst/>
          </a:prstGeom>
          <a:solidFill>
            <a:schemeClr val="bg1"/>
          </a:solidFill>
          <a:ln w="9525">
            <a:solidFill>
              <a:srgbClr val="A73C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82" dirty="0">
                <a:solidFill>
                  <a:schemeClr val="tx1"/>
                </a:solidFill>
                <a:latin typeface="Comic Sans MS" panose="030F0902030302020204" pitchFamily="66" charset="0"/>
                <a:cs typeface="Arial" panose="020B0604020202020204" pitchFamily="34" charset="0"/>
              </a:rPr>
              <a:t>Shared</a:t>
            </a:r>
            <a:r>
              <a:rPr lang="zh-CN" altLang="zh-CN" sz="1382" dirty="0">
                <a:solidFill>
                  <a:schemeClr val="tx1"/>
                </a:solidFill>
                <a:latin typeface="Comic Sans MS" panose="030F0902030302020204" pitchFamily="66" charset="0"/>
                <a:cs typeface="Arial" panose="020B0604020202020204" pitchFamily="34" charset="0"/>
              </a:rPr>
              <a:t> Fusion</a:t>
            </a:r>
          </a:p>
        </p:txBody>
      </p:sp>
      <p:sp>
        <p:nvSpPr>
          <p:cNvPr id="858" name="圆角矩形 857">
            <a:extLst>
              <a:ext uri="{FF2B5EF4-FFF2-40B4-BE49-F238E27FC236}">
                <a16:creationId xmlns:a16="http://schemas.microsoft.com/office/drawing/2014/main" id="{A92A6F13-F7A0-8A53-9A6E-7FAE2B160C56}"/>
              </a:ext>
            </a:extLst>
          </p:cNvPr>
          <p:cNvSpPr/>
          <p:nvPr/>
        </p:nvSpPr>
        <p:spPr>
          <a:xfrm>
            <a:off x="1476861" y="5251400"/>
            <a:ext cx="1983789" cy="356459"/>
          </a:xfrm>
          <a:prstGeom prst="roundRect">
            <a:avLst/>
          </a:prstGeom>
          <a:solidFill>
            <a:schemeClr val="bg1"/>
          </a:solidFill>
          <a:ln w="9525">
            <a:solidFill>
              <a:srgbClr val="A73C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1382" dirty="0">
                <a:solidFill>
                  <a:schemeClr val="tx1"/>
                </a:solidFill>
                <a:latin typeface="Comic Sans MS" panose="030F0902030302020204" pitchFamily="66" charset="0"/>
                <a:cs typeface="Arial" panose="020B0604020202020204" pitchFamily="34" charset="0"/>
              </a:rPr>
              <a:t>Sentiment Head</a:t>
            </a:r>
            <a:r>
              <a:rPr lang="en-US" altLang="zh-CN" sz="1382" dirty="0">
                <a:solidFill>
                  <a:schemeClr val="tx1"/>
                </a:solidFill>
                <a:latin typeface="Comic Sans MS" panose="030F0902030302020204" pitchFamily="66" charset="0"/>
                <a:cs typeface="Arial" panose="020B0604020202020204" pitchFamily="34" charset="0"/>
              </a:rPr>
              <a:t>s</a:t>
            </a:r>
            <a:endParaRPr lang="zh-CN" altLang="zh-CN" sz="1382" dirty="0">
              <a:solidFill>
                <a:schemeClr val="tx1"/>
              </a:solidFill>
              <a:latin typeface="Comic Sans MS" panose="030F0902030302020204" pitchFamily="66" charset="0"/>
              <a:cs typeface="Arial" panose="020B0604020202020204" pitchFamily="34" charset="0"/>
            </a:endParaRPr>
          </a:p>
        </p:txBody>
      </p:sp>
      <p:sp>
        <p:nvSpPr>
          <p:cNvPr id="859" name="文本框 858">
            <a:extLst>
              <a:ext uri="{FF2B5EF4-FFF2-40B4-BE49-F238E27FC236}">
                <a16:creationId xmlns:a16="http://schemas.microsoft.com/office/drawing/2014/main" id="{17641B5D-107A-BF64-7033-224DD910779A}"/>
              </a:ext>
            </a:extLst>
          </p:cNvPr>
          <p:cNvSpPr txBox="1"/>
          <p:nvPr/>
        </p:nvSpPr>
        <p:spPr>
          <a:xfrm>
            <a:off x="1561651" y="2998270"/>
            <a:ext cx="18373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zh-CN" sz="1600" b="1" dirty="0">
                <a:latin typeface="Comic Sans MS" panose="030F0902030302020204" pitchFamily="66" charset="0"/>
                <a:cs typeface="Arial" panose="020B0604020202020204" pitchFamily="34" charset="0"/>
              </a:rPr>
              <a:t>Compact Student</a:t>
            </a:r>
          </a:p>
        </p:txBody>
      </p:sp>
      <p:sp>
        <p:nvSpPr>
          <p:cNvPr id="860" name="圆角矩形 859">
            <a:extLst>
              <a:ext uri="{FF2B5EF4-FFF2-40B4-BE49-F238E27FC236}">
                <a16:creationId xmlns:a16="http://schemas.microsoft.com/office/drawing/2014/main" id="{7A3AD503-0521-6689-96ED-61E32BF6659F}"/>
              </a:ext>
            </a:extLst>
          </p:cNvPr>
          <p:cNvSpPr/>
          <p:nvPr/>
        </p:nvSpPr>
        <p:spPr>
          <a:xfrm>
            <a:off x="1730739" y="3777595"/>
            <a:ext cx="356459" cy="356459"/>
          </a:xfrm>
          <a:prstGeom prst="roundRect">
            <a:avLst>
              <a:gd name="adj" fmla="val 0"/>
            </a:avLst>
          </a:prstGeom>
          <a:solidFill>
            <a:srgbClr val="FE930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CN" sz="1776" dirty="0">
                <a:solidFill>
                  <a:schemeClr val="tx1"/>
                </a:solidFill>
                <a:latin typeface="Comic Sans MS" panose="030F0902030302020204" pitchFamily="66" charset="0"/>
                <a:cs typeface="Arial" panose="020B0604020202020204" pitchFamily="34" charset="0"/>
              </a:rPr>
              <a:t>T</a:t>
            </a:r>
            <a:endParaRPr kumimoji="1" lang="zh-CN" altLang="en-US" sz="1776" dirty="0">
              <a:solidFill>
                <a:schemeClr val="tx1"/>
              </a:solidFill>
              <a:latin typeface="Comic Sans MS" panose="030F0902030302020204" pitchFamily="66" charset="0"/>
              <a:cs typeface="Arial" panose="020B0604020202020204" pitchFamily="34" charset="0"/>
            </a:endParaRPr>
          </a:p>
        </p:txBody>
      </p:sp>
      <p:sp>
        <p:nvSpPr>
          <p:cNvPr id="861" name="圆角矩形 860">
            <a:extLst>
              <a:ext uri="{FF2B5EF4-FFF2-40B4-BE49-F238E27FC236}">
                <a16:creationId xmlns:a16="http://schemas.microsoft.com/office/drawing/2014/main" id="{C20AE2EF-1319-04C1-F992-A1FFEA7E751D}"/>
              </a:ext>
            </a:extLst>
          </p:cNvPr>
          <p:cNvSpPr/>
          <p:nvPr/>
        </p:nvSpPr>
        <p:spPr>
          <a:xfrm>
            <a:off x="2290527" y="3777595"/>
            <a:ext cx="356459" cy="356459"/>
          </a:xfrm>
          <a:prstGeom prst="roundRect">
            <a:avLst>
              <a:gd name="adj" fmla="val 0"/>
            </a:avLst>
          </a:prstGeom>
          <a:solidFill>
            <a:srgbClr val="49C2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CN" sz="1776" dirty="0">
                <a:solidFill>
                  <a:schemeClr val="tx1"/>
                </a:solidFill>
                <a:latin typeface="Comic Sans MS" panose="030F0902030302020204" pitchFamily="66" charset="0"/>
                <a:cs typeface="Arial" panose="020B0604020202020204" pitchFamily="34" charset="0"/>
              </a:rPr>
              <a:t>A</a:t>
            </a:r>
            <a:endParaRPr kumimoji="1" lang="zh-CN" altLang="en-US" sz="1776" dirty="0">
              <a:solidFill>
                <a:schemeClr val="tx1"/>
              </a:solidFill>
              <a:latin typeface="Comic Sans MS" panose="030F0902030302020204" pitchFamily="66" charset="0"/>
              <a:cs typeface="Arial" panose="020B0604020202020204" pitchFamily="34" charset="0"/>
            </a:endParaRPr>
          </a:p>
        </p:txBody>
      </p:sp>
      <p:sp>
        <p:nvSpPr>
          <p:cNvPr id="862" name="圆角矩形 861">
            <a:extLst>
              <a:ext uri="{FF2B5EF4-FFF2-40B4-BE49-F238E27FC236}">
                <a16:creationId xmlns:a16="http://schemas.microsoft.com/office/drawing/2014/main" id="{80143406-42A0-D75F-5A6A-37D6CC6E760B}"/>
              </a:ext>
            </a:extLst>
          </p:cNvPr>
          <p:cNvSpPr/>
          <p:nvPr/>
        </p:nvSpPr>
        <p:spPr>
          <a:xfrm>
            <a:off x="2850315" y="3777595"/>
            <a:ext cx="356459" cy="356459"/>
          </a:xfrm>
          <a:prstGeom prst="roundRect">
            <a:avLst>
              <a:gd name="adj" fmla="val 0"/>
            </a:avLst>
          </a:prstGeom>
          <a:solidFill>
            <a:srgbClr val="318F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CN" sz="1776" dirty="0">
                <a:solidFill>
                  <a:schemeClr val="tx1"/>
                </a:solidFill>
                <a:latin typeface="Comic Sans MS" panose="030F0902030302020204" pitchFamily="66" charset="0"/>
                <a:cs typeface="Arial" panose="020B0604020202020204" pitchFamily="34" charset="0"/>
              </a:rPr>
              <a:t>V</a:t>
            </a:r>
            <a:endParaRPr kumimoji="1" lang="zh-CN" altLang="en-US" sz="1776" dirty="0">
              <a:solidFill>
                <a:schemeClr val="tx1"/>
              </a:solidFill>
              <a:latin typeface="Comic Sans MS" panose="030F0902030302020204" pitchFamily="66" charset="0"/>
              <a:cs typeface="Arial" panose="020B0604020202020204" pitchFamily="34" charset="0"/>
            </a:endParaRPr>
          </a:p>
        </p:txBody>
      </p:sp>
      <p:sp>
        <p:nvSpPr>
          <p:cNvPr id="863" name="圆角矩形 862">
            <a:extLst>
              <a:ext uri="{FF2B5EF4-FFF2-40B4-BE49-F238E27FC236}">
                <a16:creationId xmlns:a16="http://schemas.microsoft.com/office/drawing/2014/main" id="{B107DC4F-3F52-30AF-019A-C362D7D98A1A}"/>
              </a:ext>
            </a:extLst>
          </p:cNvPr>
          <p:cNvSpPr/>
          <p:nvPr/>
        </p:nvSpPr>
        <p:spPr>
          <a:xfrm>
            <a:off x="1476855" y="4383815"/>
            <a:ext cx="1983788" cy="356459"/>
          </a:xfrm>
          <a:prstGeom prst="roundRect">
            <a:avLst/>
          </a:prstGeom>
          <a:solidFill>
            <a:schemeClr val="bg1"/>
          </a:solidFill>
          <a:ln w="9525">
            <a:solidFill>
              <a:srgbClr val="A73C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82" dirty="0">
                <a:solidFill>
                  <a:schemeClr val="tx1"/>
                </a:solidFill>
                <a:latin typeface="Comic Sans MS" panose="030F0902030302020204" pitchFamily="66" charset="0"/>
                <a:cs typeface="Arial" panose="020B0604020202020204" pitchFamily="34" charset="0"/>
              </a:rPr>
              <a:t>Pooling</a:t>
            </a:r>
            <a:endParaRPr lang="zh-CN" altLang="zh-CN" sz="1382" dirty="0">
              <a:solidFill>
                <a:schemeClr val="tx1"/>
              </a:solidFill>
              <a:latin typeface="Comic Sans MS" panose="030F0902030302020204" pitchFamily="66" charset="0"/>
              <a:cs typeface="Arial" panose="020B0604020202020204" pitchFamily="34" charset="0"/>
            </a:endParaRPr>
          </a:p>
        </p:txBody>
      </p:sp>
      <p:cxnSp>
        <p:nvCxnSpPr>
          <p:cNvPr id="864" name="直线箭头连接符 863">
            <a:extLst>
              <a:ext uri="{FF2B5EF4-FFF2-40B4-BE49-F238E27FC236}">
                <a16:creationId xmlns:a16="http://schemas.microsoft.com/office/drawing/2014/main" id="{BEE30566-4970-9001-EE69-7ED2222604F2}"/>
              </a:ext>
            </a:extLst>
          </p:cNvPr>
          <p:cNvCxnSpPr>
            <a:stCxn id="860" idx="2"/>
          </p:cNvCxnSpPr>
          <p:nvPr/>
        </p:nvCxnSpPr>
        <p:spPr>
          <a:xfrm flipH="1">
            <a:off x="1908968" y="4134054"/>
            <a:ext cx="1" cy="249761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5" name="直线箭头连接符 864">
            <a:extLst>
              <a:ext uri="{FF2B5EF4-FFF2-40B4-BE49-F238E27FC236}">
                <a16:creationId xmlns:a16="http://schemas.microsoft.com/office/drawing/2014/main" id="{550D3AEC-6E26-5ACB-7523-BE7652607102}"/>
              </a:ext>
            </a:extLst>
          </p:cNvPr>
          <p:cNvCxnSpPr>
            <a:cxnSpLocks/>
            <a:stCxn id="861" idx="2"/>
            <a:endCxn id="863" idx="0"/>
          </p:cNvCxnSpPr>
          <p:nvPr/>
        </p:nvCxnSpPr>
        <p:spPr>
          <a:xfrm flipH="1">
            <a:off x="2468749" y="4134054"/>
            <a:ext cx="2" cy="249761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6" name="直线箭头连接符 865">
            <a:extLst>
              <a:ext uri="{FF2B5EF4-FFF2-40B4-BE49-F238E27FC236}">
                <a16:creationId xmlns:a16="http://schemas.microsoft.com/office/drawing/2014/main" id="{E7696818-B91E-3C09-DB5C-C2E75745CEBD}"/>
              </a:ext>
            </a:extLst>
          </p:cNvPr>
          <p:cNvCxnSpPr>
            <a:cxnSpLocks/>
            <a:stCxn id="862" idx="2"/>
          </p:cNvCxnSpPr>
          <p:nvPr/>
        </p:nvCxnSpPr>
        <p:spPr>
          <a:xfrm flipH="1">
            <a:off x="3028537" y="4134054"/>
            <a:ext cx="2" cy="249761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5" name="圆角矩形 934">
            <a:extLst>
              <a:ext uri="{FF2B5EF4-FFF2-40B4-BE49-F238E27FC236}">
                <a16:creationId xmlns:a16="http://schemas.microsoft.com/office/drawing/2014/main" id="{7D26A35E-9CEE-8214-3612-71574D582CB5}"/>
              </a:ext>
            </a:extLst>
          </p:cNvPr>
          <p:cNvSpPr/>
          <p:nvPr/>
        </p:nvSpPr>
        <p:spPr>
          <a:xfrm>
            <a:off x="6858168" y="513526"/>
            <a:ext cx="3225438" cy="1753820"/>
          </a:xfrm>
          <a:prstGeom prst="roundRect">
            <a:avLst>
              <a:gd name="adj" fmla="val 4868"/>
            </a:avLst>
          </a:prstGeom>
          <a:solidFill>
            <a:srgbClr val="FFF5FA"/>
          </a:solidFill>
          <a:ln w="9525">
            <a:solidFill>
              <a:srgbClr val="984A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 sz="1776" i="1" dirty="0">
              <a:solidFill>
                <a:schemeClr val="tx1"/>
              </a:solidFill>
              <a:latin typeface="Comic Sans MS" panose="030F0902030302020204" pitchFamily="66" charset="0"/>
              <a:cs typeface="Arial" panose="020B0604020202020204" pitchFamily="34" charset="0"/>
            </a:endParaRPr>
          </a:p>
        </p:txBody>
      </p:sp>
      <p:sp>
        <p:nvSpPr>
          <p:cNvPr id="936" name="圆角矩形 935">
            <a:extLst>
              <a:ext uri="{FF2B5EF4-FFF2-40B4-BE49-F238E27FC236}">
                <a16:creationId xmlns:a16="http://schemas.microsoft.com/office/drawing/2014/main" id="{75BEC457-84BA-0189-B410-3C9A386A9531}"/>
              </a:ext>
            </a:extLst>
          </p:cNvPr>
          <p:cNvSpPr/>
          <p:nvPr/>
        </p:nvSpPr>
        <p:spPr>
          <a:xfrm>
            <a:off x="10168434" y="513526"/>
            <a:ext cx="3415992" cy="5100194"/>
          </a:xfrm>
          <a:prstGeom prst="roundRect">
            <a:avLst>
              <a:gd name="adj" fmla="val 4868"/>
            </a:avLst>
          </a:prstGeom>
          <a:solidFill>
            <a:srgbClr val="FFF5FA"/>
          </a:solidFill>
          <a:ln w="9525">
            <a:solidFill>
              <a:srgbClr val="984A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 sz="1776" i="1" dirty="0">
              <a:solidFill>
                <a:schemeClr val="tx1"/>
              </a:solidFill>
              <a:latin typeface="Comic Sans MS" panose="030F0902030302020204" pitchFamily="66" charset="0"/>
              <a:cs typeface="Arial" panose="020B0604020202020204" pitchFamily="34" charset="0"/>
            </a:endParaRPr>
          </a:p>
        </p:txBody>
      </p:sp>
      <p:sp>
        <p:nvSpPr>
          <p:cNvPr id="937" name="圆角矩形 936">
            <a:extLst>
              <a:ext uri="{FF2B5EF4-FFF2-40B4-BE49-F238E27FC236}">
                <a16:creationId xmlns:a16="http://schemas.microsoft.com/office/drawing/2014/main" id="{BD29B23B-3C8C-BD5D-C7F0-88C57ED8CCBD}"/>
              </a:ext>
            </a:extLst>
          </p:cNvPr>
          <p:cNvSpPr/>
          <p:nvPr/>
        </p:nvSpPr>
        <p:spPr>
          <a:xfrm>
            <a:off x="6863568" y="2342331"/>
            <a:ext cx="3225438" cy="3271393"/>
          </a:xfrm>
          <a:prstGeom prst="roundRect">
            <a:avLst>
              <a:gd name="adj" fmla="val 4868"/>
            </a:avLst>
          </a:prstGeom>
          <a:solidFill>
            <a:srgbClr val="FFF5FA"/>
          </a:solidFill>
          <a:ln w="9525">
            <a:solidFill>
              <a:srgbClr val="984A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 sz="1776" i="1" dirty="0">
              <a:solidFill>
                <a:schemeClr val="tx1"/>
              </a:solidFill>
              <a:latin typeface="Comic Sans MS" panose="030F0902030302020204" pitchFamily="66" charset="0"/>
              <a:cs typeface="Arial" panose="020B0604020202020204" pitchFamily="34" charset="0"/>
            </a:endParaRPr>
          </a:p>
        </p:txBody>
      </p:sp>
      <p:sp>
        <p:nvSpPr>
          <p:cNvPr id="938" name="圆角矩形 937">
            <a:extLst>
              <a:ext uri="{FF2B5EF4-FFF2-40B4-BE49-F238E27FC236}">
                <a16:creationId xmlns:a16="http://schemas.microsoft.com/office/drawing/2014/main" id="{F0DF8B85-7B5D-AFE6-6FF7-783D3E2213A4}"/>
              </a:ext>
            </a:extLst>
          </p:cNvPr>
          <p:cNvSpPr/>
          <p:nvPr/>
        </p:nvSpPr>
        <p:spPr>
          <a:xfrm>
            <a:off x="10222973" y="831578"/>
            <a:ext cx="3308466" cy="2083326"/>
          </a:xfrm>
          <a:prstGeom prst="roundRect">
            <a:avLst/>
          </a:prstGeom>
          <a:solidFill>
            <a:srgbClr val="FFF5FA"/>
          </a:solidFill>
          <a:ln w="9525">
            <a:solidFill>
              <a:srgbClr val="984A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 sz="1776" i="1" dirty="0">
              <a:solidFill>
                <a:schemeClr val="tx1"/>
              </a:solidFill>
              <a:latin typeface="Comic Sans MS" panose="030F0902030302020204" pitchFamily="66" charset="0"/>
              <a:cs typeface="Arial" panose="020B0604020202020204" pitchFamily="34" charset="0"/>
            </a:endParaRPr>
          </a:p>
        </p:txBody>
      </p:sp>
      <p:sp>
        <p:nvSpPr>
          <p:cNvPr id="939" name="圆角矩形 938">
            <a:extLst>
              <a:ext uri="{FF2B5EF4-FFF2-40B4-BE49-F238E27FC236}">
                <a16:creationId xmlns:a16="http://schemas.microsoft.com/office/drawing/2014/main" id="{FDCE64E9-A51C-213E-0773-4F1FDFD71F8F}"/>
              </a:ext>
            </a:extLst>
          </p:cNvPr>
          <p:cNvSpPr/>
          <p:nvPr/>
        </p:nvSpPr>
        <p:spPr>
          <a:xfrm>
            <a:off x="10213672" y="4567607"/>
            <a:ext cx="3308465" cy="960920"/>
          </a:xfrm>
          <a:prstGeom prst="roundRect">
            <a:avLst/>
          </a:prstGeom>
          <a:solidFill>
            <a:srgbClr val="FFF5FA"/>
          </a:solidFill>
          <a:ln w="9525">
            <a:solidFill>
              <a:srgbClr val="984A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 sz="1776" i="1" dirty="0">
              <a:solidFill>
                <a:schemeClr val="tx1"/>
              </a:solidFill>
              <a:latin typeface="Comic Sans MS" panose="030F0902030302020204" pitchFamily="66" charset="0"/>
              <a:cs typeface="Arial" panose="020B0604020202020204" pitchFamily="34" charset="0"/>
            </a:endParaRPr>
          </a:p>
        </p:txBody>
      </p:sp>
      <p:sp>
        <p:nvSpPr>
          <p:cNvPr id="940" name="圆角矩形 939">
            <a:extLst>
              <a:ext uri="{FF2B5EF4-FFF2-40B4-BE49-F238E27FC236}">
                <a16:creationId xmlns:a16="http://schemas.microsoft.com/office/drawing/2014/main" id="{DB4416B9-4D05-495F-094E-690343804709}"/>
              </a:ext>
            </a:extLst>
          </p:cNvPr>
          <p:cNvSpPr/>
          <p:nvPr/>
        </p:nvSpPr>
        <p:spPr>
          <a:xfrm>
            <a:off x="10511385" y="4634315"/>
            <a:ext cx="356459" cy="356459"/>
          </a:xfrm>
          <a:prstGeom prst="roundRect">
            <a:avLst>
              <a:gd name="adj" fmla="val 50000"/>
            </a:avLst>
          </a:prstGeom>
          <a:solidFill>
            <a:srgbClr val="FE930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 dirty="0">
              <a:solidFill>
                <a:schemeClr val="tx1"/>
              </a:solidFill>
              <a:latin typeface="Comic Sans MS" panose="030F0902030302020204" pitchFamily="66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41" name="圆角矩形 940">
                <a:extLst>
                  <a:ext uri="{FF2B5EF4-FFF2-40B4-BE49-F238E27FC236}">
                    <a16:creationId xmlns:a16="http://schemas.microsoft.com/office/drawing/2014/main" id="{5F8E646B-D1E6-37D3-33C6-081FA127FE8F}"/>
                  </a:ext>
                </a:extLst>
              </p:cNvPr>
              <p:cNvSpPr/>
              <p:nvPr/>
            </p:nvSpPr>
            <p:spPr>
              <a:xfrm>
                <a:off x="10511386" y="5085732"/>
                <a:ext cx="356459" cy="356459"/>
              </a:xfrm>
              <a:prstGeom prst="roundRect">
                <a:avLst/>
              </a:prstGeom>
              <a:solidFill>
                <a:schemeClr val="bg1"/>
              </a:solidFill>
              <a:ln w="9525">
                <a:solidFill>
                  <a:srgbClr val="725B9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>
                      <m:r>
                        <a:rPr kumimoji="1" lang="en-US" altLang="zh-CN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 </m:t>
                      </m:r>
                      <m:r>
                        <a:rPr kumimoji="1" lang="en-US" altLang="zh-CN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𝑏</m:t>
                      </m:r>
                    </m:oMath>
                  </m:oMathPara>
                </a14:m>
                <a:endParaRPr kumimoji="1" lang="zh-CN" altLang="en-US" i="1" dirty="0">
                  <a:solidFill>
                    <a:schemeClr val="tx1"/>
                  </a:solidFill>
                  <a:latin typeface="Comic Sans MS" panose="030F0902030302020204" pitchFamily="66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941" name="圆角矩形 940">
                <a:extLst>
                  <a:ext uri="{FF2B5EF4-FFF2-40B4-BE49-F238E27FC236}">
                    <a16:creationId xmlns:a16="http://schemas.microsoft.com/office/drawing/2014/main" id="{5F8E646B-D1E6-37D3-33C6-081FA127FE8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11386" y="5085732"/>
                <a:ext cx="356459" cy="356459"/>
              </a:xfrm>
              <a:prstGeom prst="roundRect">
                <a:avLst/>
              </a:prstGeom>
              <a:blipFill>
                <a:blip r:embed="rId10"/>
                <a:stretch>
                  <a:fillRect l="-23333" b="-12903"/>
                </a:stretch>
              </a:blipFill>
              <a:ln w="9525">
                <a:solidFill>
                  <a:srgbClr val="725B99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42" name="文本框 149">
            <a:extLst>
              <a:ext uri="{FF2B5EF4-FFF2-40B4-BE49-F238E27FC236}">
                <a16:creationId xmlns:a16="http://schemas.microsoft.com/office/drawing/2014/main" id="{536203C7-F656-9641-514D-05BE2AA6DB13}"/>
              </a:ext>
            </a:extLst>
          </p:cNvPr>
          <p:cNvSpPr txBox="1"/>
          <p:nvPr/>
        </p:nvSpPr>
        <p:spPr>
          <a:xfrm>
            <a:off x="10848602" y="4634309"/>
            <a:ext cx="473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dirty="0">
                <a:latin typeface="Comic Sans MS" panose="030F0902030302020204" pitchFamily="66" charset="0"/>
              </a:rPr>
              <a:t>(+)</a:t>
            </a:r>
            <a:endParaRPr kumimoji="1" lang="zh-CN" altLang="en-US" dirty="0">
              <a:latin typeface="Comic Sans MS" panose="030F0902030302020204" pitchFamily="66" charset="0"/>
            </a:endParaRPr>
          </a:p>
        </p:txBody>
      </p:sp>
      <p:sp>
        <p:nvSpPr>
          <p:cNvPr id="943" name="文本框 150">
            <a:extLst>
              <a:ext uri="{FF2B5EF4-FFF2-40B4-BE49-F238E27FC236}">
                <a16:creationId xmlns:a16="http://schemas.microsoft.com/office/drawing/2014/main" id="{7FC30AE2-E4FF-CFC3-EEDE-A1469CA359EB}"/>
              </a:ext>
            </a:extLst>
          </p:cNvPr>
          <p:cNvSpPr txBox="1"/>
          <p:nvPr/>
        </p:nvSpPr>
        <p:spPr>
          <a:xfrm>
            <a:off x="10867838" y="5079289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dirty="0">
                <a:latin typeface="Comic Sans MS" panose="030F0902030302020204" pitchFamily="66" charset="0"/>
              </a:rPr>
              <a:t>(-)</a:t>
            </a:r>
            <a:endParaRPr kumimoji="1" lang="zh-CN" altLang="en-US" dirty="0">
              <a:latin typeface="Comic Sans MS" panose="030F0902030302020204" pitchFamily="66" charset="0"/>
            </a:endParaRPr>
          </a:p>
        </p:txBody>
      </p:sp>
      <p:cxnSp>
        <p:nvCxnSpPr>
          <p:cNvPr id="944" name="直线箭头连接符 943">
            <a:extLst>
              <a:ext uri="{FF2B5EF4-FFF2-40B4-BE49-F238E27FC236}">
                <a16:creationId xmlns:a16="http://schemas.microsoft.com/office/drawing/2014/main" id="{A9CD2114-00E5-8A7C-18F6-246B66622483}"/>
              </a:ext>
            </a:extLst>
          </p:cNvPr>
          <p:cNvCxnSpPr>
            <a:cxnSpLocks/>
          </p:cNvCxnSpPr>
          <p:nvPr/>
        </p:nvCxnSpPr>
        <p:spPr>
          <a:xfrm>
            <a:off x="11329557" y="4818975"/>
            <a:ext cx="1417124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45" name="圆角矩形 944">
                <a:extLst>
                  <a:ext uri="{FF2B5EF4-FFF2-40B4-BE49-F238E27FC236}">
                    <a16:creationId xmlns:a16="http://schemas.microsoft.com/office/drawing/2014/main" id="{05194E37-18F8-B0C3-53DF-7151C603D5C7}"/>
                  </a:ext>
                </a:extLst>
              </p:cNvPr>
              <p:cNvSpPr/>
              <p:nvPr/>
            </p:nvSpPr>
            <p:spPr>
              <a:xfrm>
                <a:off x="12891936" y="4751733"/>
                <a:ext cx="536688" cy="586027"/>
              </a:xfrm>
              <a:prstGeom prst="roundRect">
                <a:avLst/>
              </a:prstGeom>
              <a:solidFill>
                <a:srgbClr val="F9CED9"/>
              </a:solidFill>
              <a:ln w="9525">
                <a:solidFill>
                  <a:srgbClr val="984A5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>
                      <m:r>
                        <a:rPr kumimoji="1" lang="en-US" altLang="zh-CN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sSub>
                        <m:sSubPr>
                          <m:ctrlPr>
                            <a:rPr kumimoji="1"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kumimoji="1"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 </m:t>
                          </m:r>
                          <m:r>
                            <a:rPr kumimoji="1"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𝐼</m:t>
                          </m:r>
                        </m:e>
                        <m:sub>
                          <m:r>
                            <a:rPr kumimoji="1"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𝑇</m:t>
                          </m:r>
                        </m:sub>
                      </m:sSub>
                    </m:oMath>
                  </m:oMathPara>
                </a14:m>
                <a:endParaRPr kumimoji="1" lang="zh-CN" altLang="en-US" i="1" dirty="0">
                  <a:solidFill>
                    <a:schemeClr val="tx1"/>
                  </a:solidFill>
                  <a:latin typeface="Comic Sans MS" panose="030F0902030302020204" pitchFamily="66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945" name="圆角矩形 944">
                <a:extLst>
                  <a:ext uri="{FF2B5EF4-FFF2-40B4-BE49-F238E27FC236}">
                    <a16:creationId xmlns:a16="http://schemas.microsoft.com/office/drawing/2014/main" id="{05194E37-18F8-B0C3-53DF-7151C603D5C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91936" y="4751733"/>
                <a:ext cx="536688" cy="586027"/>
              </a:xfrm>
              <a:prstGeom prst="roundRect">
                <a:avLst/>
              </a:prstGeom>
              <a:blipFill>
                <a:blip r:embed="rId11"/>
                <a:stretch>
                  <a:fillRect l="-22727" b="-6250"/>
                </a:stretch>
              </a:blipFill>
              <a:ln w="9525">
                <a:solidFill>
                  <a:srgbClr val="984A59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46" name="直线箭头连接符 945">
            <a:extLst>
              <a:ext uri="{FF2B5EF4-FFF2-40B4-BE49-F238E27FC236}">
                <a16:creationId xmlns:a16="http://schemas.microsoft.com/office/drawing/2014/main" id="{5AC7091B-9583-9D84-8A5D-62D4EC0B7873}"/>
              </a:ext>
            </a:extLst>
          </p:cNvPr>
          <p:cNvCxnSpPr>
            <a:cxnSpLocks/>
          </p:cNvCxnSpPr>
          <p:nvPr/>
        </p:nvCxnSpPr>
        <p:spPr>
          <a:xfrm>
            <a:off x="11356730" y="5263955"/>
            <a:ext cx="1410783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7" name="圆角矩形 946">
            <a:extLst>
              <a:ext uri="{FF2B5EF4-FFF2-40B4-BE49-F238E27FC236}">
                <a16:creationId xmlns:a16="http://schemas.microsoft.com/office/drawing/2014/main" id="{46CFB9AA-5A64-33E2-6E12-B56B978D5800}"/>
              </a:ext>
            </a:extLst>
          </p:cNvPr>
          <p:cNvSpPr/>
          <p:nvPr/>
        </p:nvSpPr>
        <p:spPr>
          <a:xfrm>
            <a:off x="10217269" y="3113436"/>
            <a:ext cx="3308465" cy="1342761"/>
          </a:xfrm>
          <a:prstGeom prst="roundRect">
            <a:avLst/>
          </a:prstGeom>
          <a:solidFill>
            <a:srgbClr val="FFF5FA"/>
          </a:solidFill>
          <a:ln w="9525">
            <a:solidFill>
              <a:srgbClr val="984A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 sz="1776" i="1" dirty="0">
              <a:solidFill>
                <a:schemeClr val="tx1"/>
              </a:solidFill>
              <a:latin typeface="Comic Sans MS" panose="030F0902030302020204" pitchFamily="66" charset="0"/>
              <a:cs typeface="Arial" panose="020B0604020202020204" pitchFamily="34" charset="0"/>
            </a:endParaRPr>
          </a:p>
        </p:txBody>
      </p:sp>
      <p:sp>
        <p:nvSpPr>
          <p:cNvPr id="948" name="圆角矩形 947">
            <a:extLst>
              <a:ext uri="{FF2B5EF4-FFF2-40B4-BE49-F238E27FC236}">
                <a16:creationId xmlns:a16="http://schemas.microsoft.com/office/drawing/2014/main" id="{4117245D-400F-DA5D-3175-4BF2F548DB1E}"/>
              </a:ext>
            </a:extLst>
          </p:cNvPr>
          <p:cNvSpPr/>
          <p:nvPr/>
        </p:nvSpPr>
        <p:spPr>
          <a:xfrm>
            <a:off x="10877939" y="3192872"/>
            <a:ext cx="730334" cy="723629"/>
          </a:xfrm>
          <a:prstGeom prst="roundRect">
            <a:avLst/>
          </a:prstGeom>
          <a:solidFill>
            <a:schemeClr val="bg1"/>
          </a:solidFill>
          <a:ln w="9525">
            <a:solidFill>
              <a:srgbClr val="984A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 sz="1776" i="1">
              <a:solidFill>
                <a:schemeClr val="tx1"/>
              </a:solidFill>
              <a:latin typeface="Comic Sans MS" panose="030F0902030302020204" pitchFamily="66" charset="0"/>
              <a:cs typeface="Arial" panose="020B0604020202020204" pitchFamily="34" charset="0"/>
            </a:endParaRPr>
          </a:p>
        </p:txBody>
      </p:sp>
      <p:sp>
        <p:nvSpPr>
          <p:cNvPr id="949" name="椭圆 948">
            <a:extLst>
              <a:ext uri="{FF2B5EF4-FFF2-40B4-BE49-F238E27FC236}">
                <a16:creationId xmlns:a16="http://schemas.microsoft.com/office/drawing/2014/main" id="{D019A145-8ABB-3539-AF9A-BA733F84CDF8}"/>
              </a:ext>
            </a:extLst>
          </p:cNvPr>
          <p:cNvSpPr/>
          <p:nvPr/>
        </p:nvSpPr>
        <p:spPr>
          <a:xfrm>
            <a:off x="11011701" y="3298354"/>
            <a:ext cx="285953" cy="284686"/>
          </a:xfrm>
          <a:prstGeom prst="ellipse">
            <a:avLst/>
          </a:prstGeom>
          <a:solidFill>
            <a:srgbClr val="FE930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 sz="1776" i="1" dirty="0">
              <a:solidFill>
                <a:schemeClr val="tx1"/>
              </a:solidFill>
              <a:latin typeface="Comic Sans MS" panose="030F0902030302020204" pitchFamily="66" charset="0"/>
              <a:cs typeface="Arial" panose="020B0604020202020204" pitchFamily="34" charset="0"/>
            </a:endParaRPr>
          </a:p>
        </p:txBody>
      </p:sp>
      <p:sp>
        <p:nvSpPr>
          <p:cNvPr id="950" name="椭圆 949">
            <a:extLst>
              <a:ext uri="{FF2B5EF4-FFF2-40B4-BE49-F238E27FC236}">
                <a16:creationId xmlns:a16="http://schemas.microsoft.com/office/drawing/2014/main" id="{E9FDFC5D-569F-DCFC-28E0-BA3BC447F037}"/>
              </a:ext>
            </a:extLst>
          </p:cNvPr>
          <p:cNvSpPr/>
          <p:nvPr/>
        </p:nvSpPr>
        <p:spPr>
          <a:xfrm>
            <a:off x="11190905" y="3298354"/>
            <a:ext cx="285953" cy="284686"/>
          </a:xfrm>
          <a:prstGeom prst="ellipse">
            <a:avLst/>
          </a:prstGeom>
          <a:solidFill>
            <a:srgbClr val="49C2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 sz="1776" i="1">
              <a:solidFill>
                <a:schemeClr val="tx1"/>
              </a:solidFill>
              <a:latin typeface="Comic Sans MS" panose="030F0902030302020204" pitchFamily="66" charset="0"/>
              <a:cs typeface="Arial" panose="020B0604020202020204" pitchFamily="34" charset="0"/>
            </a:endParaRPr>
          </a:p>
        </p:txBody>
      </p:sp>
      <p:sp>
        <p:nvSpPr>
          <p:cNvPr id="951" name="文本框 104">
            <a:extLst>
              <a:ext uri="{FF2B5EF4-FFF2-40B4-BE49-F238E27FC236}">
                <a16:creationId xmlns:a16="http://schemas.microsoft.com/office/drawing/2014/main" id="{BE0C03FA-69E6-2497-40A0-887EF79F6E1E}"/>
              </a:ext>
            </a:extLst>
          </p:cNvPr>
          <p:cNvSpPr txBox="1"/>
          <p:nvPr/>
        </p:nvSpPr>
        <p:spPr>
          <a:xfrm>
            <a:off x="11024136" y="3632663"/>
            <a:ext cx="4379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1400" dirty="0">
                <a:latin typeface="Comic Sans MS" panose="030F0902030302020204" pitchFamily="66" charset="0"/>
              </a:rPr>
              <a:t>TA</a:t>
            </a:r>
            <a:endParaRPr kumimoji="1" lang="zh-CN" altLang="en-US" sz="1400" dirty="0">
              <a:latin typeface="Comic Sans MS" panose="030F0902030302020204" pitchFamily="66" charset="0"/>
            </a:endParaRPr>
          </a:p>
        </p:txBody>
      </p:sp>
      <p:sp>
        <p:nvSpPr>
          <p:cNvPr id="952" name="圆角矩形 951">
            <a:extLst>
              <a:ext uri="{FF2B5EF4-FFF2-40B4-BE49-F238E27FC236}">
                <a16:creationId xmlns:a16="http://schemas.microsoft.com/office/drawing/2014/main" id="{56FF9A95-5EE5-CC00-FB49-2B407BFDE39F}"/>
              </a:ext>
            </a:extLst>
          </p:cNvPr>
          <p:cNvSpPr/>
          <p:nvPr/>
        </p:nvSpPr>
        <p:spPr>
          <a:xfrm>
            <a:off x="10456755" y="4012626"/>
            <a:ext cx="356459" cy="356459"/>
          </a:xfrm>
          <a:prstGeom prst="roundRect">
            <a:avLst>
              <a:gd name="adj" fmla="val 50000"/>
            </a:avLst>
          </a:prstGeom>
          <a:solidFill>
            <a:srgbClr val="FE930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 dirty="0">
              <a:solidFill>
                <a:schemeClr val="tx1"/>
              </a:solidFill>
              <a:latin typeface="Comic Sans MS" panose="030F0902030302020204" pitchFamily="66" charset="0"/>
              <a:cs typeface="Arial" panose="020B0604020202020204" pitchFamily="34" charset="0"/>
            </a:endParaRPr>
          </a:p>
        </p:txBody>
      </p:sp>
      <p:sp>
        <p:nvSpPr>
          <p:cNvPr id="953" name="圆角矩形 952">
            <a:extLst>
              <a:ext uri="{FF2B5EF4-FFF2-40B4-BE49-F238E27FC236}">
                <a16:creationId xmlns:a16="http://schemas.microsoft.com/office/drawing/2014/main" id="{7A6F6EA8-90FC-D0DC-4F48-FF8399A16793}"/>
              </a:ext>
            </a:extLst>
          </p:cNvPr>
          <p:cNvSpPr/>
          <p:nvPr/>
        </p:nvSpPr>
        <p:spPr>
          <a:xfrm>
            <a:off x="11067858" y="4012627"/>
            <a:ext cx="356459" cy="356459"/>
          </a:xfrm>
          <a:prstGeom prst="roundRect">
            <a:avLst>
              <a:gd name="adj" fmla="val 50000"/>
            </a:avLst>
          </a:prstGeom>
          <a:solidFill>
            <a:srgbClr val="49C2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 dirty="0">
              <a:solidFill>
                <a:schemeClr val="tx1"/>
              </a:solidFill>
              <a:latin typeface="Comic Sans MS" panose="030F0902030302020204" pitchFamily="66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54" name="圆角矩形 953">
                <a:extLst>
                  <a:ext uri="{FF2B5EF4-FFF2-40B4-BE49-F238E27FC236}">
                    <a16:creationId xmlns:a16="http://schemas.microsoft.com/office/drawing/2014/main" id="{8D06238E-FF5C-9DA2-A92F-CE1D95DFA22A}"/>
                  </a:ext>
                </a:extLst>
              </p:cNvPr>
              <p:cNvSpPr/>
              <p:nvPr/>
            </p:nvSpPr>
            <p:spPr>
              <a:xfrm>
                <a:off x="11678961" y="3999408"/>
                <a:ext cx="356459" cy="356459"/>
              </a:xfrm>
              <a:prstGeom prst="roundRect">
                <a:avLst/>
              </a:prstGeom>
              <a:solidFill>
                <a:schemeClr val="bg1"/>
              </a:solidFill>
              <a:ln w="9525">
                <a:solidFill>
                  <a:srgbClr val="725B9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>
                      <m:r>
                        <a:rPr kumimoji="1" lang="en-US" altLang="zh-CN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 </m:t>
                      </m:r>
                      <m:r>
                        <a:rPr kumimoji="1" lang="en-US" altLang="zh-CN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𝑏</m:t>
                      </m:r>
                    </m:oMath>
                  </m:oMathPara>
                </a14:m>
                <a:endParaRPr kumimoji="1" lang="zh-CN" altLang="en-US" i="1" dirty="0">
                  <a:solidFill>
                    <a:schemeClr val="tx1"/>
                  </a:solidFill>
                  <a:latin typeface="Comic Sans MS" panose="030F0902030302020204" pitchFamily="66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954" name="圆角矩形 953">
                <a:extLst>
                  <a:ext uri="{FF2B5EF4-FFF2-40B4-BE49-F238E27FC236}">
                    <a16:creationId xmlns:a16="http://schemas.microsoft.com/office/drawing/2014/main" id="{8D06238E-FF5C-9DA2-A92F-CE1D95DFA22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78961" y="3999408"/>
                <a:ext cx="356459" cy="356459"/>
              </a:xfrm>
              <a:prstGeom prst="roundRect">
                <a:avLst/>
              </a:prstGeom>
              <a:blipFill>
                <a:blip r:embed="rId12"/>
                <a:stretch>
                  <a:fillRect l="-23333" b="-16667"/>
                </a:stretch>
              </a:blipFill>
              <a:ln w="9525">
                <a:solidFill>
                  <a:srgbClr val="725B99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55" name="文本框 178">
            <a:extLst>
              <a:ext uri="{FF2B5EF4-FFF2-40B4-BE49-F238E27FC236}">
                <a16:creationId xmlns:a16="http://schemas.microsoft.com/office/drawing/2014/main" id="{5E8CC4CA-6954-8521-9BFB-65F89D1816CA}"/>
              </a:ext>
            </a:extLst>
          </p:cNvPr>
          <p:cNvSpPr txBox="1"/>
          <p:nvPr/>
        </p:nvSpPr>
        <p:spPr>
          <a:xfrm>
            <a:off x="11604080" y="3353406"/>
            <a:ext cx="473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dirty="0">
                <a:latin typeface="Comic Sans MS" panose="030F0902030302020204" pitchFamily="66" charset="0"/>
              </a:rPr>
              <a:t>(+)</a:t>
            </a:r>
            <a:endParaRPr kumimoji="1" lang="zh-CN" altLang="en-US" dirty="0">
              <a:latin typeface="Comic Sans MS" panose="030F0902030302020204" pitchFamily="66" charset="0"/>
            </a:endParaRPr>
          </a:p>
        </p:txBody>
      </p:sp>
      <p:sp>
        <p:nvSpPr>
          <p:cNvPr id="956" name="文本框 179">
            <a:extLst>
              <a:ext uri="{FF2B5EF4-FFF2-40B4-BE49-F238E27FC236}">
                <a16:creationId xmlns:a16="http://schemas.microsoft.com/office/drawing/2014/main" id="{5684834D-CADB-072C-EE13-8F7CF2D798F0}"/>
              </a:ext>
            </a:extLst>
          </p:cNvPr>
          <p:cNvSpPr txBox="1"/>
          <p:nvPr/>
        </p:nvSpPr>
        <p:spPr>
          <a:xfrm>
            <a:off x="10723163" y="3992588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dirty="0">
                <a:latin typeface="Comic Sans MS" panose="030F0902030302020204" pitchFamily="66" charset="0"/>
              </a:rPr>
              <a:t>(-)</a:t>
            </a:r>
            <a:endParaRPr kumimoji="1" lang="zh-CN" altLang="en-US" dirty="0">
              <a:latin typeface="Comic Sans MS" panose="030F0902030302020204" pitchFamily="66" charset="0"/>
            </a:endParaRPr>
          </a:p>
        </p:txBody>
      </p:sp>
      <p:sp>
        <p:nvSpPr>
          <p:cNvPr id="957" name="文本框 150">
            <a:extLst>
              <a:ext uri="{FF2B5EF4-FFF2-40B4-BE49-F238E27FC236}">
                <a16:creationId xmlns:a16="http://schemas.microsoft.com/office/drawing/2014/main" id="{1EF8E115-A086-FD02-88D2-8CA33F666E7C}"/>
              </a:ext>
            </a:extLst>
          </p:cNvPr>
          <p:cNvSpPr txBox="1"/>
          <p:nvPr/>
        </p:nvSpPr>
        <p:spPr>
          <a:xfrm>
            <a:off x="11333875" y="3992588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dirty="0">
                <a:latin typeface="Comic Sans MS" panose="030F0902030302020204" pitchFamily="66" charset="0"/>
              </a:rPr>
              <a:t>(-)</a:t>
            </a:r>
            <a:endParaRPr kumimoji="1" lang="zh-CN" altLang="en-US" dirty="0">
              <a:latin typeface="Comic Sans MS" panose="030F0902030302020204" pitchFamily="66" charset="0"/>
            </a:endParaRPr>
          </a:p>
        </p:txBody>
      </p:sp>
      <p:sp>
        <p:nvSpPr>
          <p:cNvPr id="958" name="文本框 181">
            <a:extLst>
              <a:ext uri="{FF2B5EF4-FFF2-40B4-BE49-F238E27FC236}">
                <a16:creationId xmlns:a16="http://schemas.microsoft.com/office/drawing/2014/main" id="{79B66115-7482-132A-6C12-8623F284E9BE}"/>
              </a:ext>
            </a:extLst>
          </p:cNvPr>
          <p:cNvSpPr txBox="1"/>
          <p:nvPr/>
        </p:nvSpPr>
        <p:spPr>
          <a:xfrm>
            <a:off x="11958373" y="4006183"/>
            <a:ext cx="473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dirty="0">
                <a:latin typeface="Comic Sans MS" panose="030F0902030302020204" pitchFamily="66" charset="0"/>
              </a:rPr>
              <a:t>(+)</a:t>
            </a:r>
            <a:endParaRPr kumimoji="1" lang="zh-CN" altLang="en-US" dirty="0">
              <a:latin typeface="Comic Sans MS" panose="030F0902030302020204" pitchFamily="66" charset="0"/>
            </a:endParaRPr>
          </a:p>
        </p:txBody>
      </p:sp>
      <p:sp>
        <p:nvSpPr>
          <p:cNvPr id="959" name="圆角矩形 958">
            <a:extLst>
              <a:ext uri="{FF2B5EF4-FFF2-40B4-BE49-F238E27FC236}">
                <a16:creationId xmlns:a16="http://schemas.microsoft.com/office/drawing/2014/main" id="{C2B4BAE0-1FDF-4311-22BD-D2729A8A324E}"/>
              </a:ext>
            </a:extLst>
          </p:cNvPr>
          <p:cNvSpPr/>
          <p:nvPr/>
        </p:nvSpPr>
        <p:spPr>
          <a:xfrm>
            <a:off x="10351686" y="2547588"/>
            <a:ext cx="276461" cy="283703"/>
          </a:xfrm>
          <a:prstGeom prst="roundRect">
            <a:avLst>
              <a:gd name="adj" fmla="val 50000"/>
            </a:avLst>
          </a:prstGeom>
          <a:solidFill>
            <a:srgbClr val="FE930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 sz="1600" dirty="0">
              <a:solidFill>
                <a:schemeClr val="tx1"/>
              </a:solidFill>
              <a:latin typeface="Comic Sans MS" panose="030F0902030302020204" pitchFamily="66" charset="0"/>
              <a:cs typeface="Arial" panose="020B0604020202020204" pitchFamily="34" charset="0"/>
            </a:endParaRPr>
          </a:p>
        </p:txBody>
      </p:sp>
      <p:sp>
        <p:nvSpPr>
          <p:cNvPr id="960" name="圆角矩形 959">
            <a:extLst>
              <a:ext uri="{FF2B5EF4-FFF2-40B4-BE49-F238E27FC236}">
                <a16:creationId xmlns:a16="http://schemas.microsoft.com/office/drawing/2014/main" id="{9FCD8FFB-0642-D4FA-B4C1-A40AA4BB30F6}"/>
              </a:ext>
            </a:extLst>
          </p:cNvPr>
          <p:cNvSpPr/>
          <p:nvPr/>
        </p:nvSpPr>
        <p:spPr>
          <a:xfrm>
            <a:off x="10924380" y="2553144"/>
            <a:ext cx="276462" cy="285569"/>
          </a:xfrm>
          <a:prstGeom prst="roundRect">
            <a:avLst>
              <a:gd name="adj" fmla="val 50000"/>
            </a:avLst>
          </a:prstGeom>
          <a:solidFill>
            <a:srgbClr val="49C2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 sz="1600" dirty="0">
              <a:solidFill>
                <a:schemeClr val="tx1"/>
              </a:solidFill>
              <a:latin typeface="Comic Sans MS" panose="030F0902030302020204" pitchFamily="66" charset="0"/>
              <a:cs typeface="Arial" panose="020B0604020202020204" pitchFamily="34" charset="0"/>
            </a:endParaRPr>
          </a:p>
        </p:txBody>
      </p:sp>
      <p:sp>
        <p:nvSpPr>
          <p:cNvPr id="961" name="圆角矩形 960">
            <a:extLst>
              <a:ext uri="{FF2B5EF4-FFF2-40B4-BE49-F238E27FC236}">
                <a16:creationId xmlns:a16="http://schemas.microsoft.com/office/drawing/2014/main" id="{A1EB0E3B-0FB4-20FB-7304-7DED10795002}"/>
              </a:ext>
            </a:extLst>
          </p:cNvPr>
          <p:cNvSpPr/>
          <p:nvPr/>
        </p:nvSpPr>
        <p:spPr>
          <a:xfrm>
            <a:off x="11499799" y="2553143"/>
            <a:ext cx="276461" cy="285569"/>
          </a:xfrm>
          <a:prstGeom prst="roundRect">
            <a:avLst>
              <a:gd name="adj" fmla="val 50000"/>
            </a:avLst>
          </a:prstGeom>
          <a:solidFill>
            <a:srgbClr val="318F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 sz="1600" dirty="0">
              <a:solidFill>
                <a:schemeClr val="tx1"/>
              </a:solidFill>
              <a:latin typeface="Comic Sans MS" panose="030F0902030302020204" pitchFamily="66" charset="0"/>
              <a:cs typeface="Arial" panose="020B0604020202020204" pitchFamily="34" charset="0"/>
            </a:endParaRPr>
          </a:p>
        </p:txBody>
      </p:sp>
      <p:sp>
        <p:nvSpPr>
          <p:cNvPr id="962" name="文本框 248">
            <a:extLst>
              <a:ext uri="{FF2B5EF4-FFF2-40B4-BE49-F238E27FC236}">
                <a16:creationId xmlns:a16="http://schemas.microsoft.com/office/drawing/2014/main" id="{FC70B625-F551-5F0A-2F58-F572F3BB4687}"/>
              </a:ext>
            </a:extLst>
          </p:cNvPr>
          <p:cNvSpPr txBox="1"/>
          <p:nvPr/>
        </p:nvSpPr>
        <p:spPr>
          <a:xfrm>
            <a:off x="10560425" y="2520156"/>
            <a:ext cx="43954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1600" dirty="0">
                <a:latin typeface="Comic Sans MS" panose="030F0902030302020204" pitchFamily="66" charset="0"/>
              </a:rPr>
              <a:t>(+)</a:t>
            </a:r>
            <a:endParaRPr kumimoji="1" lang="zh-CN" altLang="en-US" sz="1600" dirty="0">
              <a:latin typeface="Comic Sans MS" panose="030F0902030302020204" pitchFamily="66" charset="0"/>
            </a:endParaRPr>
          </a:p>
        </p:txBody>
      </p:sp>
      <p:sp>
        <p:nvSpPr>
          <p:cNvPr id="963" name="文本框 26">
            <a:extLst>
              <a:ext uri="{FF2B5EF4-FFF2-40B4-BE49-F238E27FC236}">
                <a16:creationId xmlns:a16="http://schemas.microsoft.com/office/drawing/2014/main" id="{E46ECB59-E0F0-9B37-EFF1-6F34B0A083FC}"/>
              </a:ext>
            </a:extLst>
          </p:cNvPr>
          <p:cNvSpPr txBox="1"/>
          <p:nvPr/>
        </p:nvSpPr>
        <p:spPr>
          <a:xfrm>
            <a:off x="11135685" y="2517781"/>
            <a:ext cx="43954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1600" dirty="0">
                <a:latin typeface="Comic Sans MS" panose="030F0902030302020204" pitchFamily="66" charset="0"/>
              </a:rPr>
              <a:t>(+)</a:t>
            </a:r>
            <a:endParaRPr kumimoji="1" lang="zh-CN" altLang="en-US" sz="1600" dirty="0">
              <a:latin typeface="Comic Sans MS" panose="030F0902030302020204" pitchFamily="66" charset="0"/>
            </a:endParaRPr>
          </a:p>
        </p:txBody>
      </p:sp>
      <p:sp>
        <p:nvSpPr>
          <p:cNvPr id="964" name="文本框 26">
            <a:extLst>
              <a:ext uri="{FF2B5EF4-FFF2-40B4-BE49-F238E27FC236}">
                <a16:creationId xmlns:a16="http://schemas.microsoft.com/office/drawing/2014/main" id="{4F3214A3-AB36-2068-6FEF-74E2FEAFA0A8}"/>
              </a:ext>
            </a:extLst>
          </p:cNvPr>
          <p:cNvSpPr txBox="1"/>
          <p:nvPr/>
        </p:nvSpPr>
        <p:spPr>
          <a:xfrm>
            <a:off x="11703486" y="2517781"/>
            <a:ext cx="43954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1600" dirty="0">
                <a:latin typeface="Comic Sans MS" panose="030F0902030302020204" pitchFamily="66" charset="0"/>
              </a:rPr>
              <a:t>(+)</a:t>
            </a:r>
            <a:endParaRPr kumimoji="1" lang="zh-CN" altLang="en-US" sz="1600" dirty="0">
              <a:latin typeface="Comic Sans MS" panose="030F0902030302020204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65" name="圆角矩形 964">
                <a:extLst>
                  <a:ext uri="{FF2B5EF4-FFF2-40B4-BE49-F238E27FC236}">
                    <a16:creationId xmlns:a16="http://schemas.microsoft.com/office/drawing/2014/main" id="{B114355B-1C6D-5A31-C6D3-B51FD8130162}"/>
                  </a:ext>
                </a:extLst>
              </p:cNvPr>
              <p:cNvSpPr/>
              <p:nvPr/>
            </p:nvSpPr>
            <p:spPr>
              <a:xfrm>
                <a:off x="12072500" y="2544800"/>
                <a:ext cx="286723" cy="285569"/>
              </a:xfrm>
              <a:prstGeom prst="roundRect">
                <a:avLst/>
              </a:prstGeom>
              <a:solidFill>
                <a:schemeClr val="bg1"/>
              </a:solidFill>
              <a:ln w="9525">
                <a:solidFill>
                  <a:srgbClr val="725B9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>
                      <m:r>
                        <a:rPr kumimoji="1" lang="en-US" altLang="zh-CN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 </m:t>
                      </m:r>
                      <m:r>
                        <a:rPr kumimoji="1" lang="en-US" altLang="zh-CN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𝑏</m:t>
                      </m:r>
                    </m:oMath>
                  </m:oMathPara>
                </a14:m>
                <a:endParaRPr kumimoji="1" lang="zh-CN" altLang="en-US" sz="1600" i="1" dirty="0">
                  <a:solidFill>
                    <a:schemeClr val="tx1"/>
                  </a:solidFill>
                  <a:latin typeface="Comic Sans MS" panose="030F0902030302020204" pitchFamily="66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965" name="圆角矩形 964">
                <a:extLst>
                  <a:ext uri="{FF2B5EF4-FFF2-40B4-BE49-F238E27FC236}">
                    <a16:creationId xmlns:a16="http://schemas.microsoft.com/office/drawing/2014/main" id="{B114355B-1C6D-5A31-C6D3-B51FD813016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72500" y="2544800"/>
                <a:ext cx="286723" cy="285569"/>
              </a:xfrm>
              <a:prstGeom prst="roundRect">
                <a:avLst/>
              </a:prstGeom>
              <a:blipFill>
                <a:blip r:embed="rId13"/>
                <a:stretch>
                  <a:fillRect l="-24000" b="-20000"/>
                </a:stretch>
              </a:blipFill>
              <a:ln w="9525">
                <a:solidFill>
                  <a:srgbClr val="725B99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66" name="文本框 252">
            <a:extLst>
              <a:ext uri="{FF2B5EF4-FFF2-40B4-BE49-F238E27FC236}">
                <a16:creationId xmlns:a16="http://schemas.microsoft.com/office/drawing/2014/main" id="{38E4A0E4-595F-4903-A23A-D190C87244E8}"/>
              </a:ext>
            </a:extLst>
          </p:cNvPr>
          <p:cNvSpPr txBox="1"/>
          <p:nvPr/>
        </p:nvSpPr>
        <p:spPr>
          <a:xfrm>
            <a:off x="12282968" y="2518196"/>
            <a:ext cx="4203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1600" dirty="0">
                <a:latin typeface="Comic Sans MS" panose="030F0902030302020204" pitchFamily="66" charset="0"/>
              </a:rPr>
              <a:t>(-)</a:t>
            </a:r>
            <a:endParaRPr kumimoji="1" lang="zh-CN" altLang="en-US" sz="1600" dirty="0">
              <a:latin typeface="Comic Sans MS" panose="030F0902030302020204" pitchFamily="66" charset="0"/>
            </a:endParaRPr>
          </a:p>
        </p:txBody>
      </p:sp>
      <p:sp>
        <p:nvSpPr>
          <p:cNvPr id="967" name="圆角矩形 966">
            <a:extLst>
              <a:ext uri="{FF2B5EF4-FFF2-40B4-BE49-F238E27FC236}">
                <a16:creationId xmlns:a16="http://schemas.microsoft.com/office/drawing/2014/main" id="{4225C4D5-452F-A071-133C-006062E45DF7}"/>
              </a:ext>
            </a:extLst>
          </p:cNvPr>
          <p:cNvSpPr/>
          <p:nvPr/>
        </p:nvSpPr>
        <p:spPr>
          <a:xfrm>
            <a:off x="10961258" y="912371"/>
            <a:ext cx="730334" cy="723630"/>
          </a:xfrm>
          <a:prstGeom prst="roundRect">
            <a:avLst/>
          </a:prstGeom>
          <a:solidFill>
            <a:schemeClr val="bg1"/>
          </a:solidFill>
          <a:ln w="9525">
            <a:solidFill>
              <a:srgbClr val="984A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 sz="1776" i="1">
              <a:solidFill>
                <a:schemeClr val="tx1"/>
              </a:solidFill>
              <a:latin typeface="Comic Sans MS" panose="030F0902030302020204" pitchFamily="66" charset="0"/>
              <a:cs typeface="Arial" panose="020B0604020202020204" pitchFamily="34" charset="0"/>
            </a:endParaRPr>
          </a:p>
        </p:txBody>
      </p:sp>
      <p:sp>
        <p:nvSpPr>
          <p:cNvPr id="968" name="椭圆 967">
            <a:extLst>
              <a:ext uri="{FF2B5EF4-FFF2-40B4-BE49-F238E27FC236}">
                <a16:creationId xmlns:a16="http://schemas.microsoft.com/office/drawing/2014/main" id="{2890273F-C521-4AF7-5D9E-B3C99B89E535}"/>
              </a:ext>
            </a:extLst>
          </p:cNvPr>
          <p:cNvSpPr/>
          <p:nvPr/>
        </p:nvSpPr>
        <p:spPr>
          <a:xfrm>
            <a:off x="11097964" y="946687"/>
            <a:ext cx="285953" cy="284686"/>
          </a:xfrm>
          <a:prstGeom prst="ellipse">
            <a:avLst/>
          </a:prstGeom>
          <a:solidFill>
            <a:srgbClr val="FE930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 sz="1776" i="1">
              <a:solidFill>
                <a:schemeClr val="tx1"/>
              </a:solidFill>
              <a:latin typeface="Comic Sans MS" panose="030F0902030302020204" pitchFamily="66" charset="0"/>
              <a:cs typeface="Arial" panose="020B0604020202020204" pitchFamily="34" charset="0"/>
            </a:endParaRPr>
          </a:p>
        </p:txBody>
      </p:sp>
      <p:sp>
        <p:nvSpPr>
          <p:cNvPr id="969" name="椭圆 968">
            <a:extLst>
              <a:ext uri="{FF2B5EF4-FFF2-40B4-BE49-F238E27FC236}">
                <a16:creationId xmlns:a16="http://schemas.microsoft.com/office/drawing/2014/main" id="{C008EC5A-60BC-6866-5E1E-703F289AB658}"/>
              </a:ext>
            </a:extLst>
          </p:cNvPr>
          <p:cNvSpPr/>
          <p:nvPr/>
        </p:nvSpPr>
        <p:spPr>
          <a:xfrm>
            <a:off x="11277168" y="946687"/>
            <a:ext cx="285953" cy="284686"/>
          </a:xfrm>
          <a:prstGeom prst="ellipse">
            <a:avLst/>
          </a:prstGeom>
          <a:solidFill>
            <a:srgbClr val="49C2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 sz="1776" i="1">
              <a:solidFill>
                <a:schemeClr val="tx1"/>
              </a:solidFill>
              <a:latin typeface="Comic Sans MS" panose="030F0902030302020204" pitchFamily="66" charset="0"/>
              <a:cs typeface="Arial" panose="020B0604020202020204" pitchFamily="34" charset="0"/>
            </a:endParaRPr>
          </a:p>
        </p:txBody>
      </p:sp>
      <p:sp>
        <p:nvSpPr>
          <p:cNvPr id="970" name="椭圆 969">
            <a:extLst>
              <a:ext uri="{FF2B5EF4-FFF2-40B4-BE49-F238E27FC236}">
                <a16:creationId xmlns:a16="http://schemas.microsoft.com/office/drawing/2014/main" id="{F87E5764-4C85-B317-0501-FAA2B078E17B}"/>
              </a:ext>
            </a:extLst>
          </p:cNvPr>
          <p:cNvSpPr/>
          <p:nvPr/>
        </p:nvSpPr>
        <p:spPr>
          <a:xfrm>
            <a:off x="11187566" y="1089030"/>
            <a:ext cx="285953" cy="284686"/>
          </a:xfrm>
          <a:prstGeom prst="ellipse">
            <a:avLst/>
          </a:prstGeom>
          <a:solidFill>
            <a:srgbClr val="318F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 sz="1776" i="1">
              <a:solidFill>
                <a:schemeClr val="tx1"/>
              </a:solidFill>
              <a:latin typeface="Comic Sans MS" panose="030F0902030302020204" pitchFamily="66" charset="0"/>
              <a:cs typeface="Arial" panose="020B0604020202020204" pitchFamily="34" charset="0"/>
            </a:endParaRPr>
          </a:p>
        </p:txBody>
      </p:sp>
      <p:sp>
        <p:nvSpPr>
          <p:cNvPr id="971" name="文本框 228">
            <a:extLst>
              <a:ext uri="{FF2B5EF4-FFF2-40B4-BE49-F238E27FC236}">
                <a16:creationId xmlns:a16="http://schemas.microsoft.com/office/drawing/2014/main" id="{395B89BB-0DF1-2A34-6E1D-4C3964F44BE2}"/>
              </a:ext>
            </a:extLst>
          </p:cNvPr>
          <p:cNvSpPr txBox="1"/>
          <p:nvPr/>
        </p:nvSpPr>
        <p:spPr>
          <a:xfrm>
            <a:off x="11052906" y="1348416"/>
            <a:ext cx="5549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1400" dirty="0">
                <a:latin typeface="Comic Sans MS" panose="030F0902030302020204" pitchFamily="66" charset="0"/>
              </a:rPr>
              <a:t>TAV</a:t>
            </a:r>
            <a:endParaRPr kumimoji="1" lang="zh-CN" altLang="en-US" sz="1400" dirty="0">
              <a:latin typeface="Comic Sans MS" panose="030F0902030302020204" pitchFamily="66" charset="0"/>
            </a:endParaRPr>
          </a:p>
        </p:txBody>
      </p:sp>
      <p:sp>
        <p:nvSpPr>
          <p:cNvPr id="972" name="圆角矩形 971">
            <a:extLst>
              <a:ext uri="{FF2B5EF4-FFF2-40B4-BE49-F238E27FC236}">
                <a16:creationId xmlns:a16="http://schemas.microsoft.com/office/drawing/2014/main" id="{D02F78D9-29CE-2342-A526-378BDE4095CE}"/>
              </a:ext>
            </a:extLst>
          </p:cNvPr>
          <p:cNvSpPr/>
          <p:nvPr/>
        </p:nvSpPr>
        <p:spPr>
          <a:xfrm>
            <a:off x="10308363" y="1737646"/>
            <a:ext cx="520253" cy="723629"/>
          </a:xfrm>
          <a:prstGeom prst="roundRect">
            <a:avLst/>
          </a:prstGeom>
          <a:solidFill>
            <a:schemeClr val="bg1"/>
          </a:solidFill>
          <a:ln w="9525">
            <a:solidFill>
              <a:srgbClr val="984A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 sz="1776" i="1">
              <a:solidFill>
                <a:schemeClr val="tx1"/>
              </a:solidFill>
              <a:latin typeface="Comic Sans MS" panose="030F0902030302020204" pitchFamily="66" charset="0"/>
              <a:cs typeface="Arial" panose="020B0604020202020204" pitchFamily="34" charset="0"/>
            </a:endParaRPr>
          </a:p>
        </p:txBody>
      </p:sp>
      <p:sp>
        <p:nvSpPr>
          <p:cNvPr id="973" name="圆角矩形 972">
            <a:extLst>
              <a:ext uri="{FF2B5EF4-FFF2-40B4-BE49-F238E27FC236}">
                <a16:creationId xmlns:a16="http://schemas.microsoft.com/office/drawing/2014/main" id="{8467CD89-53B0-9BA3-1437-3C3FA7F2FB2A}"/>
              </a:ext>
            </a:extLst>
          </p:cNvPr>
          <p:cNvSpPr/>
          <p:nvPr/>
        </p:nvSpPr>
        <p:spPr>
          <a:xfrm>
            <a:off x="11098130" y="1739529"/>
            <a:ext cx="520253" cy="723629"/>
          </a:xfrm>
          <a:prstGeom prst="roundRect">
            <a:avLst/>
          </a:prstGeom>
          <a:solidFill>
            <a:schemeClr val="bg1"/>
          </a:solidFill>
          <a:ln w="9525">
            <a:solidFill>
              <a:srgbClr val="984A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 sz="1776" i="1">
              <a:solidFill>
                <a:schemeClr val="tx1"/>
              </a:solidFill>
              <a:latin typeface="Comic Sans MS" panose="030F0902030302020204" pitchFamily="66" charset="0"/>
              <a:cs typeface="Arial" panose="020B0604020202020204" pitchFamily="34" charset="0"/>
            </a:endParaRPr>
          </a:p>
        </p:txBody>
      </p:sp>
      <p:sp>
        <p:nvSpPr>
          <p:cNvPr id="974" name="圆角矩形 973">
            <a:extLst>
              <a:ext uri="{FF2B5EF4-FFF2-40B4-BE49-F238E27FC236}">
                <a16:creationId xmlns:a16="http://schemas.microsoft.com/office/drawing/2014/main" id="{122DC059-D4E7-DA6D-84CE-99DBD9123363}"/>
              </a:ext>
            </a:extLst>
          </p:cNvPr>
          <p:cNvSpPr/>
          <p:nvPr/>
        </p:nvSpPr>
        <p:spPr>
          <a:xfrm>
            <a:off x="11891077" y="1737646"/>
            <a:ext cx="520253" cy="723629"/>
          </a:xfrm>
          <a:prstGeom prst="roundRect">
            <a:avLst/>
          </a:prstGeom>
          <a:solidFill>
            <a:schemeClr val="bg1"/>
          </a:solidFill>
          <a:ln w="9525">
            <a:solidFill>
              <a:srgbClr val="984A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 sz="1776" i="1">
              <a:solidFill>
                <a:schemeClr val="tx1"/>
              </a:solidFill>
              <a:latin typeface="Comic Sans MS" panose="030F0902030302020204" pitchFamily="66" charset="0"/>
              <a:cs typeface="Arial" panose="020B0604020202020204" pitchFamily="34" charset="0"/>
            </a:endParaRPr>
          </a:p>
        </p:txBody>
      </p:sp>
      <p:sp>
        <p:nvSpPr>
          <p:cNvPr id="975" name="椭圆 974">
            <a:extLst>
              <a:ext uri="{FF2B5EF4-FFF2-40B4-BE49-F238E27FC236}">
                <a16:creationId xmlns:a16="http://schemas.microsoft.com/office/drawing/2014/main" id="{123E4ED5-9393-B564-7108-9F21E26C07D1}"/>
              </a:ext>
            </a:extLst>
          </p:cNvPr>
          <p:cNvSpPr/>
          <p:nvPr/>
        </p:nvSpPr>
        <p:spPr>
          <a:xfrm>
            <a:off x="11128431" y="1845011"/>
            <a:ext cx="285953" cy="284686"/>
          </a:xfrm>
          <a:prstGeom prst="ellipse">
            <a:avLst/>
          </a:prstGeom>
          <a:solidFill>
            <a:srgbClr val="FE930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 sz="1776" i="1">
              <a:solidFill>
                <a:schemeClr val="tx1"/>
              </a:solidFill>
              <a:latin typeface="Comic Sans MS" panose="030F0902030302020204" pitchFamily="66" charset="0"/>
              <a:cs typeface="Arial" panose="020B0604020202020204" pitchFamily="34" charset="0"/>
            </a:endParaRPr>
          </a:p>
        </p:txBody>
      </p:sp>
      <p:sp>
        <p:nvSpPr>
          <p:cNvPr id="976" name="椭圆 975">
            <a:extLst>
              <a:ext uri="{FF2B5EF4-FFF2-40B4-BE49-F238E27FC236}">
                <a16:creationId xmlns:a16="http://schemas.microsoft.com/office/drawing/2014/main" id="{46E76544-4BDB-1348-764B-D062931CFDD2}"/>
              </a:ext>
            </a:extLst>
          </p:cNvPr>
          <p:cNvSpPr/>
          <p:nvPr/>
        </p:nvSpPr>
        <p:spPr>
          <a:xfrm>
            <a:off x="11307635" y="1845011"/>
            <a:ext cx="285953" cy="284686"/>
          </a:xfrm>
          <a:prstGeom prst="ellipse">
            <a:avLst/>
          </a:prstGeom>
          <a:solidFill>
            <a:srgbClr val="318F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 sz="1776" i="1" dirty="0">
              <a:solidFill>
                <a:schemeClr val="tx1"/>
              </a:solidFill>
              <a:latin typeface="Comic Sans MS" panose="030F0902030302020204" pitchFamily="66" charset="0"/>
              <a:cs typeface="Arial" panose="020B0604020202020204" pitchFamily="34" charset="0"/>
            </a:endParaRPr>
          </a:p>
        </p:txBody>
      </p:sp>
      <p:sp>
        <p:nvSpPr>
          <p:cNvPr id="977" name="椭圆 976">
            <a:extLst>
              <a:ext uri="{FF2B5EF4-FFF2-40B4-BE49-F238E27FC236}">
                <a16:creationId xmlns:a16="http://schemas.microsoft.com/office/drawing/2014/main" id="{75C66C61-05BD-CC5E-2914-3E580142A17B}"/>
              </a:ext>
            </a:extLst>
          </p:cNvPr>
          <p:cNvSpPr/>
          <p:nvPr/>
        </p:nvSpPr>
        <p:spPr>
          <a:xfrm>
            <a:off x="11913955" y="1843128"/>
            <a:ext cx="285953" cy="284686"/>
          </a:xfrm>
          <a:prstGeom prst="ellipse">
            <a:avLst/>
          </a:prstGeom>
          <a:solidFill>
            <a:srgbClr val="49C2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 sz="1776" i="1">
              <a:solidFill>
                <a:schemeClr val="tx1"/>
              </a:solidFill>
              <a:latin typeface="Comic Sans MS" panose="030F0902030302020204" pitchFamily="66" charset="0"/>
              <a:cs typeface="Arial" panose="020B0604020202020204" pitchFamily="34" charset="0"/>
            </a:endParaRPr>
          </a:p>
        </p:txBody>
      </p:sp>
      <p:sp>
        <p:nvSpPr>
          <p:cNvPr id="978" name="椭圆 977">
            <a:extLst>
              <a:ext uri="{FF2B5EF4-FFF2-40B4-BE49-F238E27FC236}">
                <a16:creationId xmlns:a16="http://schemas.microsoft.com/office/drawing/2014/main" id="{6CA51187-04CF-547D-E7CC-424F36CA342B}"/>
              </a:ext>
            </a:extLst>
          </p:cNvPr>
          <p:cNvSpPr/>
          <p:nvPr/>
        </p:nvSpPr>
        <p:spPr>
          <a:xfrm>
            <a:off x="12093159" y="1843128"/>
            <a:ext cx="285953" cy="284686"/>
          </a:xfrm>
          <a:prstGeom prst="ellipse">
            <a:avLst/>
          </a:prstGeom>
          <a:solidFill>
            <a:srgbClr val="318F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 sz="1776" i="1">
              <a:solidFill>
                <a:schemeClr val="tx1"/>
              </a:solidFill>
              <a:latin typeface="Comic Sans MS" panose="030F0902030302020204" pitchFamily="66" charset="0"/>
              <a:cs typeface="Arial" panose="020B0604020202020204" pitchFamily="34" charset="0"/>
            </a:endParaRPr>
          </a:p>
        </p:txBody>
      </p:sp>
      <p:sp>
        <p:nvSpPr>
          <p:cNvPr id="979" name="椭圆 978">
            <a:extLst>
              <a:ext uri="{FF2B5EF4-FFF2-40B4-BE49-F238E27FC236}">
                <a16:creationId xmlns:a16="http://schemas.microsoft.com/office/drawing/2014/main" id="{82348474-2078-ECE1-CA88-DADA46A706F1}"/>
              </a:ext>
            </a:extLst>
          </p:cNvPr>
          <p:cNvSpPr/>
          <p:nvPr/>
        </p:nvSpPr>
        <p:spPr>
          <a:xfrm>
            <a:off x="10332612" y="1843128"/>
            <a:ext cx="285953" cy="284686"/>
          </a:xfrm>
          <a:prstGeom prst="ellipse">
            <a:avLst/>
          </a:prstGeom>
          <a:solidFill>
            <a:srgbClr val="FE930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 sz="1776" i="1" dirty="0">
              <a:solidFill>
                <a:schemeClr val="tx1"/>
              </a:solidFill>
              <a:latin typeface="Comic Sans MS" panose="030F0902030302020204" pitchFamily="66" charset="0"/>
              <a:cs typeface="Arial" panose="020B0604020202020204" pitchFamily="34" charset="0"/>
            </a:endParaRPr>
          </a:p>
        </p:txBody>
      </p:sp>
      <p:sp>
        <p:nvSpPr>
          <p:cNvPr id="980" name="椭圆 979">
            <a:extLst>
              <a:ext uri="{FF2B5EF4-FFF2-40B4-BE49-F238E27FC236}">
                <a16:creationId xmlns:a16="http://schemas.microsoft.com/office/drawing/2014/main" id="{1A21CA4A-16E5-26E5-9129-9CFA7A8C6800}"/>
              </a:ext>
            </a:extLst>
          </p:cNvPr>
          <p:cNvSpPr/>
          <p:nvPr/>
        </p:nvSpPr>
        <p:spPr>
          <a:xfrm>
            <a:off x="10511816" y="1843128"/>
            <a:ext cx="285953" cy="284686"/>
          </a:xfrm>
          <a:prstGeom prst="ellipse">
            <a:avLst/>
          </a:prstGeom>
          <a:solidFill>
            <a:srgbClr val="49C2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 sz="1776" i="1">
              <a:solidFill>
                <a:schemeClr val="tx1"/>
              </a:solidFill>
              <a:latin typeface="Comic Sans MS" panose="030F0902030302020204" pitchFamily="66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81" name="圆角矩形 980">
                <a:extLst>
                  <a:ext uri="{FF2B5EF4-FFF2-40B4-BE49-F238E27FC236}">
                    <a16:creationId xmlns:a16="http://schemas.microsoft.com/office/drawing/2014/main" id="{C893B635-ADA4-5B16-5ADC-AF805B713DFC}"/>
                  </a:ext>
                </a:extLst>
              </p:cNvPr>
              <p:cNvSpPr/>
              <p:nvPr/>
            </p:nvSpPr>
            <p:spPr>
              <a:xfrm>
                <a:off x="12896704" y="1803684"/>
                <a:ext cx="536688" cy="586027"/>
              </a:xfrm>
              <a:prstGeom prst="roundRect">
                <a:avLst/>
              </a:prstGeom>
              <a:solidFill>
                <a:srgbClr val="F9CED9"/>
              </a:solidFill>
              <a:ln w="9525">
                <a:solidFill>
                  <a:srgbClr val="984A5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>
                      <m:r>
                        <a:rPr kumimoji="1" lang="en-US" altLang="zh-CN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sSub>
                        <m:sSubPr>
                          <m:ctrlPr>
                            <a:rPr kumimoji="1"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kumimoji="1"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 </m:t>
                          </m:r>
                          <m:r>
                            <a:rPr kumimoji="1"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𝐼</m:t>
                          </m:r>
                        </m:e>
                        <m:sub>
                          <m:r>
                            <a:rPr kumimoji="1"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𝑇𝐴𝑉</m:t>
                          </m:r>
                        </m:sub>
                      </m:sSub>
                    </m:oMath>
                  </m:oMathPara>
                </a14:m>
                <a:endParaRPr kumimoji="1" lang="zh-CN" altLang="en-US" i="1" dirty="0">
                  <a:solidFill>
                    <a:schemeClr val="tx1"/>
                  </a:solidFill>
                  <a:latin typeface="Comic Sans MS" panose="030F0902030302020204" pitchFamily="66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981" name="圆角矩形 980">
                <a:extLst>
                  <a:ext uri="{FF2B5EF4-FFF2-40B4-BE49-F238E27FC236}">
                    <a16:creationId xmlns:a16="http://schemas.microsoft.com/office/drawing/2014/main" id="{C893B635-ADA4-5B16-5ADC-AF805B713DF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96704" y="1803684"/>
                <a:ext cx="536688" cy="586027"/>
              </a:xfrm>
              <a:prstGeom prst="roundRect">
                <a:avLst/>
              </a:prstGeom>
              <a:blipFill>
                <a:blip r:embed="rId14"/>
                <a:stretch>
                  <a:fillRect l="-50000" r="-13636" b="-6250"/>
                </a:stretch>
              </a:blipFill>
              <a:ln w="9525">
                <a:solidFill>
                  <a:srgbClr val="984A59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82" name="文本框 245">
            <a:extLst>
              <a:ext uri="{FF2B5EF4-FFF2-40B4-BE49-F238E27FC236}">
                <a16:creationId xmlns:a16="http://schemas.microsoft.com/office/drawing/2014/main" id="{19AE9D7C-C89C-9539-DC12-60AF4F9A8FC0}"/>
              </a:ext>
            </a:extLst>
          </p:cNvPr>
          <p:cNvSpPr txBox="1"/>
          <p:nvPr/>
        </p:nvSpPr>
        <p:spPr>
          <a:xfrm>
            <a:off x="11618377" y="1102282"/>
            <a:ext cx="43473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1600" dirty="0">
                <a:latin typeface="Comic Sans MS" panose="030F0902030302020204" pitchFamily="66" charset="0"/>
              </a:rPr>
              <a:t>(+)</a:t>
            </a:r>
            <a:endParaRPr kumimoji="1" lang="zh-CN" altLang="en-US" sz="1600" dirty="0">
              <a:latin typeface="Comic Sans MS" panose="030F0902030302020204" pitchFamily="66" charset="0"/>
            </a:endParaRPr>
          </a:p>
        </p:txBody>
      </p:sp>
      <p:sp>
        <p:nvSpPr>
          <p:cNvPr id="983" name="文本框 246">
            <a:extLst>
              <a:ext uri="{FF2B5EF4-FFF2-40B4-BE49-F238E27FC236}">
                <a16:creationId xmlns:a16="http://schemas.microsoft.com/office/drawing/2014/main" id="{CBC9E816-1345-281B-0F57-E68A540AB651}"/>
              </a:ext>
            </a:extLst>
          </p:cNvPr>
          <p:cNvSpPr txBox="1"/>
          <p:nvPr/>
        </p:nvSpPr>
        <p:spPr>
          <a:xfrm>
            <a:off x="10747034" y="1914788"/>
            <a:ext cx="4203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1600" dirty="0">
                <a:latin typeface="Comic Sans MS" panose="030F0902030302020204" pitchFamily="66" charset="0"/>
              </a:rPr>
              <a:t>(-)</a:t>
            </a:r>
            <a:endParaRPr kumimoji="1" lang="zh-CN" altLang="en-US" sz="1600" dirty="0">
              <a:latin typeface="Comic Sans MS" panose="030F0902030302020204" pitchFamily="66" charset="0"/>
            </a:endParaRPr>
          </a:p>
        </p:txBody>
      </p:sp>
      <p:sp>
        <p:nvSpPr>
          <p:cNvPr id="984" name="文本框 247">
            <a:extLst>
              <a:ext uri="{FF2B5EF4-FFF2-40B4-BE49-F238E27FC236}">
                <a16:creationId xmlns:a16="http://schemas.microsoft.com/office/drawing/2014/main" id="{674B8DA5-C24E-297F-AEBE-6AFEF981E7B5}"/>
              </a:ext>
            </a:extLst>
          </p:cNvPr>
          <p:cNvSpPr txBox="1"/>
          <p:nvPr/>
        </p:nvSpPr>
        <p:spPr>
          <a:xfrm>
            <a:off x="11540417" y="1919241"/>
            <a:ext cx="4203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1600" dirty="0">
                <a:latin typeface="Comic Sans MS" panose="030F0902030302020204" pitchFamily="66" charset="0"/>
              </a:rPr>
              <a:t>(-)</a:t>
            </a:r>
            <a:endParaRPr kumimoji="1" lang="zh-CN" altLang="en-US" sz="1600" dirty="0">
              <a:latin typeface="Comic Sans MS" panose="030F0902030302020204" pitchFamily="66" charset="0"/>
            </a:endParaRPr>
          </a:p>
        </p:txBody>
      </p:sp>
      <p:sp>
        <p:nvSpPr>
          <p:cNvPr id="985" name="文本框 253">
            <a:extLst>
              <a:ext uri="{FF2B5EF4-FFF2-40B4-BE49-F238E27FC236}">
                <a16:creationId xmlns:a16="http://schemas.microsoft.com/office/drawing/2014/main" id="{6FAFB49D-3E33-E095-78BF-AD9F74B60F4A}"/>
              </a:ext>
            </a:extLst>
          </p:cNvPr>
          <p:cNvSpPr txBox="1"/>
          <p:nvPr/>
        </p:nvSpPr>
        <p:spPr>
          <a:xfrm>
            <a:off x="12338484" y="1913059"/>
            <a:ext cx="4203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1600" dirty="0">
                <a:latin typeface="Comic Sans MS" panose="030F0902030302020204" pitchFamily="66" charset="0"/>
              </a:rPr>
              <a:t>(-)</a:t>
            </a:r>
            <a:endParaRPr kumimoji="1" lang="zh-CN" altLang="en-US" sz="1600" dirty="0">
              <a:latin typeface="Comic Sans MS" panose="030F0902030302020204" pitchFamily="66" charset="0"/>
            </a:endParaRPr>
          </a:p>
        </p:txBody>
      </p:sp>
      <p:sp>
        <p:nvSpPr>
          <p:cNvPr id="986" name="圆角矩形 985">
            <a:extLst>
              <a:ext uri="{FF2B5EF4-FFF2-40B4-BE49-F238E27FC236}">
                <a16:creationId xmlns:a16="http://schemas.microsoft.com/office/drawing/2014/main" id="{E1CA128C-BD37-EBD4-F0FF-16E0D58F17A8}"/>
              </a:ext>
            </a:extLst>
          </p:cNvPr>
          <p:cNvSpPr/>
          <p:nvPr/>
        </p:nvSpPr>
        <p:spPr>
          <a:xfrm>
            <a:off x="7110272" y="4724845"/>
            <a:ext cx="356459" cy="356459"/>
          </a:xfrm>
          <a:prstGeom prst="roundRect">
            <a:avLst>
              <a:gd name="adj" fmla="val 38639"/>
            </a:avLst>
          </a:prstGeom>
          <a:solidFill>
            <a:srgbClr val="57ADD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Comic Sans MS" panose="030F0902030302020204" pitchFamily="66" charset="0"/>
                <a:cs typeface="Arial" panose="020B0604020202020204" pitchFamily="34" charset="0"/>
              </a:rPr>
              <a:t>T</a:t>
            </a:r>
            <a:endParaRPr kumimoji="1" lang="zh-CN" altLang="en-US" dirty="0">
              <a:solidFill>
                <a:schemeClr val="tx1"/>
              </a:solidFill>
              <a:latin typeface="Comic Sans MS" panose="030F0902030302020204" pitchFamily="66" charset="0"/>
              <a:cs typeface="Arial" panose="020B0604020202020204" pitchFamily="34" charset="0"/>
            </a:endParaRPr>
          </a:p>
        </p:txBody>
      </p:sp>
      <p:sp>
        <p:nvSpPr>
          <p:cNvPr id="987" name="圆角矩形 986">
            <a:extLst>
              <a:ext uri="{FF2B5EF4-FFF2-40B4-BE49-F238E27FC236}">
                <a16:creationId xmlns:a16="http://schemas.microsoft.com/office/drawing/2014/main" id="{004A2999-1818-92BA-7CF9-77E25A2E49B3}"/>
              </a:ext>
            </a:extLst>
          </p:cNvPr>
          <p:cNvSpPr/>
          <p:nvPr/>
        </p:nvSpPr>
        <p:spPr>
          <a:xfrm>
            <a:off x="7871182" y="4724342"/>
            <a:ext cx="356459" cy="356459"/>
          </a:xfrm>
          <a:prstGeom prst="roundRect">
            <a:avLst>
              <a:gd name="adj" fmla="val 38639"/>
            </a:avLst>
          </a:prstGeom>
          <a:solidFill>
            <a:srgbClr val="FFAE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Comic Sans MS" panose="030F0902030302020204" pitchFamily="66" charset="0"/>
                <a:cs typeface="Arial" panose="020B0604020202020204" pitchFamily="34" charset="0"/>
              </a:rPr>
              <a:t>A</a:t>
            </a:r>
            <a:endParaRPr kumimoji="1" lang="zh-CN" altLang="en-US" dirty="0">
              <a:solidFill>
                <a:schemeClr val="tx1"/>
              </a:solidFill>
              <a:latin typeface="Comic Sans MS" panose="030F0902030302020204" pitchFamily="66" charset="0"/>
              <a:cs typeface="Arial" panose="020B0604020202020204" pitchFamily="34" charset="0"/>
            </a:endParaRPr>
          </a:p>
        </p:txBody>
      </p:sp>
      <p:sp>
        <p:nvSpPr>
          <p:cNvPr id="988" name="圆角矩形 987">
            <a:extLst>
              <a:ext uri="{FF2B5EF4-FFF2-40B4-BE49-F238E27FC236}">
                <a16:creationId xmlns:a16="http://schemas.microsoft.com/office/drawing/2014/main" id="{D60C0DA8-B8C4-3D12-7281-2703D8CE694D}"/>
              </a:ext>
            </a:extLst>
          </p:cNvPr>
          <p:cNvSpPr/>
          <p:nvPr/>
        </p:nvSpPr>
        <p:spPr>
          <a:xfrm>
            <a:off x="8637744" y="4724844"/>
            <a:ext cx="356459" cy="356459"/>
          </a:xfrm>
          <a:prstGeom prst="roundRect">
            <a:avLst>
              <a:gd name="adj" fmla="val 38639"/>
            </a:avLst>
          </a:prstGeom>
          <a:solidFill>
            <a:srgbClr val="7BCD9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Comic Sans MS" panose="030F0902030302020204" pitchFamily="66" charset="0"/>
                <a:cs typeface="Arial" panose="020B0604020202020204" pitchFamily="34" charset="0"/>
              </a:rPr>
              <a:t>V</a:t>
            </a:r>
            <a:endParaRPr kumimoji="1" lang="zh-CN" altLang="en-US" dirty="0">
              <a:solidFill>
                <a:schemeClr val="tx1"/>
              </a:solidFill>
              <a:latin typeface="Comic Sans MS" panose="030F0902030302020204" pitchFamily="66" charset="0"/>
              <a:cs typeface="Arial" panose="020B0604020202020204" pitchFamily="34" charset="0"/>
            </a:endParaRPr>
          </a:p>
        </p:txBody>
      </p:sp>
      <p:sp>
        <p:nvSpPr>
          <p:cNvPr id="989" name="圆角矩形 988">
            <a:extLst>
              <a:ext uri="{FF2B5EF4-FFF2-40B4-BE49-F238E27FC236}">
                <a16:creationId xmlns:a16="http://schemas.microsoft.com/office/drawing/2014/main" id="{2CED88A9-A905-63B0-73F6-A692F9789B4D}"/>
              </a:ext>
            </a:extLst>
          </p:cNvPr>
          <p:cNvSpPr/>
          <p:nvPr/>
        </p:nvSpPr>
        <p:spPr>
          <a:xfrm>
            <a:off x="6920903" y="4685191"/>
            <a:ext cx="730334" cy="723629"/>
          </a:xfrm>
          <a:prstGeom prst="roundRect">
            <a:avLst/>
          </a:prstGeom>
          <a:solidFill>
            <a:schemeClr val="bg1"/>
          </a:solidFill>
          <a:ln w="9525">
            <a:solidFill>
              <a:srgbClr val="984A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 sz="1776" i="1">
              <a:solidFill>
                <a:schemeClr val="tx1"/>
              </a:solidFill>
              <a:latin typeface="Comic Sans MS" panose="030F0902030302020204" pitchFamily="66" charset="0"/>
              <a:cs typeface="Arial" panose="020B0604020202020204" pitchFamily="34" charset="0"/>
            </a:endParaRPr>
          </a:p>
        </p:txBody>
      </p:sp>
      <p:sp>
        <p:nvSpPr>
          <p:cNvPr id="990" name="圆角矩形 989">
            <a:extLst>
              <a:ext uri="{FF2B5EF4-FFF2-40B4-BE49-F238E27FC236}">
                <a16:creationId xmlns:a16="http://schemas.microsoft.com/office/drawing/2014/main" id="{570A744E-CCED-496D-9988-D33490FE0F93}"/>
              </a:ext>
            </a:extLst>
          </p:cNvPr>
          <p:cNvSpPr/>
          <p:nvPr/>
        </p:nvSpPr>
        <p:spPr>
          <a:xfrm>
            <a:off x="7684238" y="4684688"/>
            <a:ext cx="730334" cy="723629"/>
          </a:xfrm>
          <a:prstGeom prst="roundRect">
            <a:avLst/>
          </a:prstGeom>
          <a:solidFill>
            <a:schemeClr val="bg1"/>
          </a:solidFill>
          <a:ln w="9525">
            <a:solidFill>
              <a:srgbClr val="984A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 sz="1776" i="1">
              <a:solidFill>
                <a:schemeClr val="tx1"/>
              </a:solidFill>
              <a:latin typeface="Comic Sans MS" panose="030F0902030302020204" pitchFamily="66" charset="0"/>
              <a:cs typeface="Arial" panose="020B0604020202020204" pitchFamily="34" charset="0"/>
            </a:endParaRPr>
          </a:p>
        </p:txBody>
      </p:sp>
      <p:sp>
        <p:nvSpPr>
          <p:cNvPr id="991" name="圆角矩形 990">
            <a:extLst>
              <a:ext uri="{FF2B5EF4-FFF2-40B4-BE49-F238E27FC236}">
                <a16:creationId xmlns:a16="http://schemas.microsoft.com/office/drawing/2014/main" id="{AE6DF2F2-9DE7-2C82-50DF-32AAAD84CFC7}"/>
              </a:ext>
            </a:extLst>
          </p:cNvPr>
          <p:cNvSpPr/>
          <p:nvPr/>
        </p:nvSpPr>
        <p:spPr>
          <a:xfrm>
            <a:off x="7110272" y="4724845"/>
            <a:ext cx="356459" cy="356459"/>
          </a:xfrm>
          <a:prstGeom prst="roundRect">
            <a:avLst>
              <a:gd name="adj" fmla="val 50000"/>
            </a:avLst>
          </a:prstGeom>
          <a:solidFill>
            <a:srgbClr val="FE930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 dirty="0">
              <a:solidFill>
                <a:schemeClr val="tx1"/>
              </a:solidFill>
              <a:latin typeface="Comic Sans MS" panose="030F0902030302020204" pitchFamily="66" charset="0"/>
              <a:cs typeface="Arial" panose="020B0604020202020204" pitchFamily="34" charset="0"/>
            </a:endParaRPr>
          </a:p>
        </p:txBody>
      </p:sp>
      <p:sp>
        <p:nvSpPr>
          <p:cNvPr id="992" name="圆角矩形 991">
            <a:extLst>
              <a:ext uri="{FF2B5EF4-FFF2-40B4-BE49-F238E27FC236}">
                <a16:creationId xmlns:a16="http://schemas.microsoft.com/office/drawing/2014/main" id="{063E30B2-1D5B-C78B-6875-D4020B19141E}"/>
              </a:ext>
            </a:extLst>
          </p:cNvPr>
          <p:cNvSpPr/>
          <p:nvPr/>
        </p:nvSpPr>
        <p:spPr>
          <a:xfrm>
            <a:off x="7871182" y="4724342"/>
            <a:ext cx="356459" cy="356459"/>
          </a:xfrm>
          <a:prstGeom prst="roundRect">
            <a:avLst>
              <a:gd name="adj" fmla="val 50000"/>
            </a:avLst>
          </a:prstGeom>
          <a:solidFill>
            <a:srgbClr val="49C2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 dirty="0">
              <a:solidFill>
                <a:schemeClr val="tx1"/>
              </a:solidFill>
              <a:latin typeface="Comic Sans MS" panose="030F0902030302020204" pitchFamily="66" charset="0"/>
              <a:cs typeface="Arial" panose="020B0604020202020204" pitchFamily="34" charset="0"/>
            </a:endParaRPr>
          </a:p>
        </p:txBody>
      </p:sp>
      <p:sp>
        <p:nvSpPr>
          <p:cNvPr id="993" name="圆角矩形 992">
            <a:extLst>
              <a:ext uri="{FF2B5EF4-FFF2-40B4-BE49-F238E27FC236}">
                <a16:creationId xmlns:a16="http://schemas.microsoft.com/office/drawing/2014/main" id="{855833C3-CC95-4CD4-0E18-882D7BBC1735}"/>
              </a:ext>
            </a:extLst>
          </p:cNvPr>
          <p:cNvSpPr/>
          <p:nvPr/>
        </p:nvSpPr>
        <p:spPr>
          <a:xfrm>
            <a:off x="8450799" y="4685191"/>
            <a:ext cx="730334" cy="723629"/>
          </a:xfrm>
          <a:prstGeom prst="roundRect">
            <a:avLst/>
          </a:prstGeom>
          <a:solidFill>
            <a:schemeClr val="bg1"/>
          </a:solidFill>
          <a:ln w="9525">
            <a:solidFill>
              <a:srgbClr val="984A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 sz="1776" i="1">
              <a:solidFill>
                <a:schemeClr val="tx1"/>
              </a:solidFill>
              <a:latin typeface="Comic Sans MS" panose="030F0902030302020204" pitchFamily="66" charset="0"/>
              <a:cs typeface="Arial" panose="020B0604020202020204" pitchFamily="34" charset="0"/>
            </a:endParaRPr>
          </a:p>
        </p:txBody>
      </p:sp>
      <p:sp>
        <p:nvSpPr>
          <p:cNvPr id="994" name="圆角矩形 993">
            <a:extLst>
              <a:ext uri="{FF2B5EF4-FFF2-40B4-BE49-F238E27FC236}">
                <a16:creationId xmlns:a16="http://schemas.microsoft.com/office/drawing/2014/main" id="{EA84F9B7-FD8F-AC64-A802-859BF540279B}"/>
              </a:ext>
            </a:extLst>
          </p:cNvPr>
          <p:cNvSpPr/>
          <p:nvPr/>
        </p:nvSpPr>
        <p:spPr>
          <a:xfrm>
            <a:off x="8637744" y="4724844"/>
            <a:ext cx="356459" cy="356459"/>
          </a:xfrm>
          <a:prstGeom prst="roundRect">
            <a:avLst>
              <a:gd name="adj" fmla="val 50000"/>
            </a:avLst>
          </a:prstGeom>
          <a:solidFill>
            <a:srgbClr val="318F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 dirty="0">
              <a:solidFill>
                <a:schemeClr val="tx1"/>
              </a:solidFill>
              <a:latin typeface="Comic Sans MS" panose="030F0902030302020204" pitchFamily="66" charset="0"/>
              <a:cs typeface="Arial" panose="020B0604020202020204" pitchFamily="34" charset="0"/>
            </a:endParaRPr>
          </a:p>
        </p:txBody>
      </p:sp>
      <p:sp>
        <p:nvSpPr>
          <p:cNvPr id="995" name="圆角矩形 994">
            <a:extLst>
              <a:ext uri="{FF2B5EF4-FFF2-40B4-BE49-F238E27FC236}">
                <a16:creationId xmlns:a16="http://schemas.microsoft.com/office/drawing/2014/main" id="{B8012590-1A78-19B1-9653-53D6890F52E3}"/>
              </a:ext>
            </a:extLst>
          </p:cNvPr>
          <p:cNvSpPr/>
          <p:nvPr/>
        </p:nvSpPr>
        <p:spPr>
          <a:xfrm>
            <a:off x="7685598" y="2672450"/>
            <a:ext cx="730334" cy="723630"/>
          </a:xfrm>
          <a:prstGeom prst="roundRect">
            <a:avLst/>
          </a:prstGeom>
          <a:solidFill>
            <a:schemeClr val="bg1"/>
          </a:solidFill>
          <a:ln w="9525">
            <a:solidFill>
              <a:srgbClr val="984A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 sz="1776" i="1">
              <a:solidFill>
                <a:schemeClr val="tx1"/>
              </a:solidFill>
              <a:latin typeface="Comic Sans MS" panose="030F0902030302020204" pitchFamily="66" charset="0"/>
              <a:cs typeface="Arial" panose="020B0604020202020204" pitchFamily="34" charset="0"/>
            </a:endParaRPr>
          </a:p>
        </p:txBody>
      </p:sp>
      <p:sp>
        <p:nvSpPr>
          <p:cNvPr id="996" name="圆角矩形 995">
            <a:extLst>
              <a:ext uri="{FF2B5EF4-FFF2-40B4-BE49-F238E27FC236}">
                <a16:creationId xmlns:a16="http://schemas.microsoft.com/office/drawing/2014/main" id="{948D0F34-2472-11D6-D049-43337ADBF4A9}"/>
              </a:ext>
            </a:extLst>
          </p:cNvPr>
          <p:cNvSpPr/>
          <p:nvPr/>
        </p:nvSpPr>
        <p:spPr>
          <a:xfrm>
            <a:off x="6916844" y="3677866"/>
            <a:ext cx="730334" cy="723629"/>
          </a:xfrm>
          <a:prstGeom prst="roundRect">
            <a:avLst/>
          </a:prstGeom>
          <a:solidFill>
            <a:schemeClr val="bg1"/>
          </a:solidFill>
          <a:ln w="9525">
            <a:solidFill>
              <a:srgbClr val="984A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 sz="1776" i="1">
              <a:solidFill>
                <a:schemeClr val="tx1"/>
              </a:solidFill>
              <a:latin typeface="Comic Sans MS" panose="030F0902030302020204" pitchFamily="66" charset="0"/>
              <a:cs typeface="Arial" panose="020B0604020202020204" pitchFamily="34" charset="0"/>
            </a:endParaRPr>
          </a:p>
        </p:txBody>
      </p:sp>
      <p:sp>
        <p:nvSpPr>
          <p:cNvPr id="997" name="圆角矩形 996">
            <a:extLst>
              <a:ext uri="{FF2B5EF4-FFF2-40B4-BE49-F238E27FC236}">
                <a16:creationId xmlns:a16="http://schemas.microsoft.com/office/drawing/2014/main" id="{C94F4081-9BFD-9E9F-50CC-A7843B4F3DAA}"/>
              </a:ext>
            </a:extLst>
          </p:cNvPr>
          <p:cNvSpPr/>
          <p:nvPr/>
        </p:nvSpPr>
        <p:spPr>
          <a:xfrm>
            <a:off x="7684238" y="3677363"/>
            <a:ext cx="730334" cy="723629"/>
          </a:xfrm>
          <a:prstGeom prst="roundRect">
            <a:avLst/>
          </a:prstGeom>
          <a:solidFill>
            <a:schemeClr val="bg1"/>
          </a:solidFill>
          <a:ln w="9525">
            <a:solidFill>
              <a:srgbClr val="984A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 sz="1776" i="1">
              <a:solidFill>
                <a:schemeClr val="tx1"/>
              </a:solidFill>
              <a:latin typeface="Comic Sans MS" panose="030F0902030302020204" pitchFamily="66" charset="0"/>
              <a:cs typeface="Arial" panose="020B0604020202020204" pitchFamily="34" charset="0"/>
            </a:endParaRPr>
          </a:p>
        </p:txBody>
      </p:sp>
      <p:sp>
        <p:nvSpPr>
          <p:cNvPr id="998" name="圆角矩形 997">
            <a:extLst>
              <a:ext uri="{FF2B5EF4-FFF2-40B4-BE49-F238E27FC236}">
                <a16:creationId xmlns:a16="http://schemas.microsoft.com/office/drawing/2014/main" id="{D49B213F-0D39-D11D-9516-A344E1C163C9}"/>
              </a:ext>
            </a:extLst>
          </p:cNvPr>
          <p:cNvSpPr/>
          <p:nvPr/>
        </p:nvSpPr>
        <p:spPr>
          <a:xfrm>
            <a:off x="8450799" y="3677006"/>
            <a:ext cx="730334" cy="723629"/>
          </a:xfrm>
          <a:prstGeom prst="roundRect">
            <a:avLst/>
          </a:prstGeom>
          <a:solidFill>
            <a:schemeClr val="bg1"/>
          </a:solidFill>
          <a:ln w="9525">
            <a:solidFill>
              <a:srgbClr val="984A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 sz="1776" i="1">
              <a:solidFill>
                <a:schemeClr val="tx1"/>
              </a:solidFill>
              <a:latin typeface="Comic Sans MS" panose="030F0902030302020204" pitchFamily="66" charset="0"/>
              <a:cs typeface="Arial" panose="020B0604020202020204" pitchFamily="34" charset="0"/>
            </a:endParaRPr>
          </a:p>
        </p:txBody>
      </p:sp>
      <p:sp>
        <p:nvSpPr>
          <p:cNvPr id="999" name="椭圆 998">
            <a:extLst>
              <a:ext uri="{FF2B5EF4-FFF2-40B4-BE49-F238E27FC236}">
                <a16:creationId xmlns:a16="http://schemas.microsoft.com/office/drawing/2014/main" id="{0260EC39-206A-79B6-8770-95C0B877B412}"/>
              </a:ext>
            </a:extLst>
          </p:cNvPr>
          <p:cNvSpPr/>
          <p:nvPr/>
        </p:nvSpPr>
        <p:spPr>
          <a:xfrm>
            <a:off x="7820442" y="3782845"/>
            <a:ext cx="285953" cy="284686"/>
          </a:xfrm>
          <a:prstGeom prst="ellipse">
            <a:avLst/>
          </a:prstGeom>
          <a:solidFill>
            <a:srgbClr val="FE930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 sz="1776" i="1">
              <a:solidFill>
                <a:schemeClr val="tx1"/>
              </a:solidFill>
              <a:latin typeface="Comic Sans MS" panose="030F0902030302020204" pitchFamily="66" charset="0"/>
              <a:cs typeface="Arial" panose="020B0604020202020204" pitchFamily="34" charset="0"/>
            </a:endParaRPr>
          </a:p>
        </p:txBody>
      </p:sp>
      <p:sp>
        <p:nvSpPr>
          <p:cNvPr id="1000" name="椭圆 999">
            <a:extLst>
              <a:ext uri="{FF2B5EF4-FFF2-40B4-BE49-F238E27FC236}">
                <a16:creationId xmlns:a16="http://schemas.microsoft.com/office/drawing/2014/main" id="{5F158677-4C93-8745-08AD-BFFBF81E70CC}"/>
              </a:ext>
            </a:extLst>
          </p:cNvPr>
          <p:cNvSpPr/>
          <p:nvPr/>
        </p:nvSpPr>
        <p:spPr>
          <a:xfrm>
            <a:off x="7999646" y="3782845"/>
            <a:ext cx="285953" cy="284686"/>
          </a:xfrm>
          <a:prstGeom prst="ellipse">
            <a:avLst/>
          </a:prstGeom>
          <a:solidFill>
            <a:srgbClr val="318F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 sz="1776" i="1" dirty="0">
              <a:solidFill>
                <a:schemeClr val="tx1"/>
              </a:solidFill>
              <a:latin typeface="Comic Sans MS" panose="030F0902030302020204" pitchFamily="66" charset="0"/>
              <a:cs typeface="Arial" panose="020B0604020202020204" pitchFamily="34" charset="0"/>
            </a:endParaRPr>
          </a:p>
        </p:txBody>
      </p:sp>
      <p:sp>
        <p:nvSpPr>
          <p:cNvPr id="1001" name="椭圆 1000">
            <a:extLst>
              <a:ext uri="{FF2B5EF4-FFF2-40B4-BE49-F238E27FC236}">
                <a16:creationId xmlns:a16="http://schemas.microsoft.com/office/drawing/2014/main" id="{F5B66064-1C2F-6E46-E68D-5FFC10BA6069}"/>
              </a:ext>
            </a:extLst>
          </p:cNvPr>
          <p:cNvSpPr/>
          <p:nvPr/>
        </p:nvSpPr>
        <p:spPr>
          <a:xfrm>
            <a:off x="8578826" y="3782488"/>
            <a:ext cx="285953" cy="284686"/>
          </a:xfrm>
          <a:prstGeom prst="ellipse">
            <a:avLst/>
          </a:prstGeom>
          <a:solidFill>
            <a:srgbClr val="49C2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 sz="1776" i="1">
              <a:solidFill>
                <a:schemeClr val="tx1"/>
              </a:solidFill>
              <a:latin typeface="Comic Sans MS" panose="030F0902030302020204" pitchFamily="66" charset="0"/>
              <a:cs typeface="Arial" panose="020B0604020202020204" pitchFamily="34" charset="0"/>
            </a:endParaRPr>
          </a:p>
        </p:txBody>
      </p:sp>
      <p:sp>
        <p:nvSpPr>
          <p:cNvPr id="1002" name="椭圆 1001">
            <a:extLst>
              <a:ext uri="{FF2B5EF4-FFF2-40B4-BE49-F238E27FC236}">
                <a16:creationId xmlns:a16="http://schemas.microsoft.com/office/drawing/2014/main" id="{43A9AF9B-FB05-65D4-2762-0E1DCB42D044}"/>
              </a:ext>
            </a:extLst>
          </p:cNvPr>
          <p:cNvSpPr/>
          <p:nvPr/>
        </p:nvSpPr>
        <p:spPr>
          <a:xfrm>
            <a:off x="8783515" y="3671135"/>
            <a:ext cx="285953" cy="284686"/>
          </a:xfrm>
          <a:prstGeom prst="ellipse">
            <a:avLst/>
          </a:prstGeom>
          <a:solidFill>
            <a:srgbClr val="318F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 sz="1776" i="1">
              <a:solidFill>
                <a:schemeClr val="tx1"/>
              </a:solidFill>
              <a:latin typeface="Comic Sans MS" panose="030F0902030302020204" pitchFamily="66" charset="0"/>
              <a:cs typeface="Arial" panose="020B0604020202020204" pitchFamily="34" charset="0"/>
            </a:endParaRPr>
          </a:p>
        </p:txBody>
      </p:sp>
      <p:sp>
        <p:nvSpPr>
          <p:cNvPr id="1003" name="椭圆 1002">
            <a:extLst>
              <a:ext uri="{FF2B5EF4-FFF2-40B4-BE49-F238E27FC236}">
                <a16:creationId xmlns:a16="http://schemas.microsoft.com/office/drawing/2014/main" id="{E444CEFD-A470-BF7C-5340-9ECFE993F85F}"/>
              </a:ext>
            </a:extLst>
          </p:cNvPr>
          <p:cNvSpPr/>
          <p:nvPr/>
        </p:nvSpPr>
        <p:spPr>
          <a:xfrm>
            <a:off x="7822304" y="2706766"/>
            <a:ext cx="285953" cy="284686"/>
          </a:xfrm>
          <a:prstGeom prst="ellipse">
            <a:avLst/>
          </a:prstGeom>
          <a:solidFill>
            <a:srgbClr val="FE930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 sz="1776" i="1">
              <a:solidFill>
                <a:schemeClr val="tx1"/>
              </a:solidFill>
              <a:latin typeface="Comic Sans MS" panose="030F0902030302020204" pitchFamily="66" charset="0"/>
              <a:cs typeface="Arial" panose="020B0604020202020204" pitchFamily="34" charset="0"/>
            </a:endParaRPr>
          </a:p>
        </p:txBody>
      </p:sp>
      <p:sp>
        <p:nvSpPr>
          <p:cNvPr id="1004" name="椭圆 1003">
            <a:extLst>
              <a:ext uri="{FF2B5EF4-FFF2-40B4-BE49-F238E27FC236}">
                <a16:creationId xmlns:a16="http://schemas.microsoft.com/office/drawing/2014/main" id="{96A123C2-3AAE-33A2-7004-C1ABCBA74A5E}"/>
              </a:ext>
            </a:extLst>
          </p:cNvPr>
          <p:cNvSpPr/>
          <p:nvPr/>
        </p:nvSpPr>
        <p:spPr>
          <a:xfrm>
            <a:off x="8001508" y="2706766"/>
            <a:ext cx="285953" cy="284686"/>
          </a:xfrm>
          <a:prstGeom prst="ellipse">
            <a:avLst/>
          </a:prstGeom>
          <a:solidFill>
            <a:srgbClr val="49C2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 sz="1776" i="1">
              <a:solidFill>
                <a:schemeClr val="tx1"/>
              </a:solidFill>
              <a:latin typeface="Comic Sans MS" panose="030F0902030302020204" pitchFamily="66" charset="0"/>
              <a:cs typeface="Arial" panose="020B0604020202020204" pitchFamily="34" charset="0"/>
            </a:endParaRPr>
          </a:p>
        </p:txBody>
      </p:sp>
      <p:sp>
        <p:nvSpPr>
          <p:cNvPr id="1005" name="椭圆 1004">
            <a:extLst>
              <a:ext uri="{FF2B5EF4-FFF2-40B4-BE49-F238E27FC236}">
                <a16:creationId xmlns:a16="http://schemas.microsoft.com/office/drawing/2014/main" id="{2741CAED-A504-B661-03C4-27CE343AD57B}"/>
              </a:ext>
            </a:extLst>
          </p:cNvPr>
          <p:cNvSpPr/>
          <p:nvPr/>
        </p:nvSpPr>
        <p:spPr>
          <a:xfrm>
            <a:off x="7911906" y="2849109"/>
            <a:ext cx="285953" cy="284686"/>
          </a:xfrm>
          <a:prstGeom prst="ellipse">
            <a:avLst/>
          </a:prstGeom>
          <a:solidFill>
            <a:srgbClr val="318F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 sz="1776" i="1">
              <a:solidFill>
                <a:schemeClr val="tx1"/>
              </a:solidFill>
              <a:latin typeface="Comic Sans MS" panose="030F0902030302020204" pitchFamily="66" charset="0"/>
              <a:cs typeface="Arial" panose="020B0604020202020204" pitchFamily="34" charset="0"/>
            </a:endParaRPr>
          </a:p>
        </p:txBody>
      </p:sp>
      <p:sp>
        <p:nvSpPr>
          <p:cNvPr id="1006" name="椭圆 1005">
            <a:extLst>
              <a:ext uri="{FF2B5EF4-FFF2-40B4-BE49-F238E27FC236}">
                <a16:creationId xmlns:a16="http://schemas.microsoft.com/office/drawing/2014/main" id="{8F975927-BB8A-520B-78BD-C84C45F2C2C8}"/>
              </a:ext>
            </a:extLst>
          </p:cNvPr>
          <p:cNvSpPr/>
          <p:nvPr/>
        </p:nvSpPr>
        <p:spPr>
          <a:xfrm>
            <a:off x="7060880" y="3783348"/>
            <a:ext cx="285953" cy="284686"/>
          </a:xfrm>
          <a:prstGeom prst="ellipse">
            <a:avLst/>
          </a:prstGeom>
          <a:solidFill>
            <a:srgbClr val="FE930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 sz="1776" i="1" dirty="0">
              <a:solidFill>
                <a:schemeClr val="tx1"/>
              </a:solidFill>
              <a:latin typeface="Comic Sans MS" panose="030F0902030302020204" pitchFamily="66" charset="0"/>
              <a:cs typeface="Arial" panose="020B0604020202020204" pitchFamily="34" charset="0"/>
            </a:endParaRPr>
          </a:p>
        </p:txBody>
      </p:sp>
      <p:sp>
        <p:nvSpPr>
          <p:cNvPr id="1007" name="椭圆 1006">
            <a:extLst>
              <a:ext uri="{FF2B5EF4-FFF2-40B4-BE49-F238E27FC236}">
                <a16:creationId xmlns:a16="http://schemas.microsoft.com/office/drawing/2014/main" id="{DFBC0A57-11E1-CD9D-9318-B08027F87D23}"/>
              </a:ext>
            </a:extLst>
          </p:cNvPr>
          <p:cNvSpPr/>
          <p:nvPr/>
        </p:nvSpPr>
        <p:spPr>
          <a:xfrm>
            <a:off x="7240084" y="3783348"/>
            <a:ext cx="285953" cy="284686"/>
          </a:xfrm>
          <a:prstGeom prst="ellipse">
            <a:avLst/>
          </a:prstGeom>
          <a:solidFill>
            <a:srgbClr val="49C2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 sz="1776" i="1">
              <a:solidFill>
                <a:schemeClr val="tx1"/>
              </a:solidFill>
              <a:latin typeface="Comic Sans MS" panose="030F0902030302020204" pitchFamily="66" charset="0"/>
              <a:cs typeface="Arial" panose="020B0604020202020204" pitchFamily="34" charset="0"/>
            </a:endParaRPr>
          </a:p>
        </p:txBody>
      </p:sp>
      <p:sp>
        <p:nvSpPr>
          <p:cNvPr id="1008" name="文本框 377">
            <a:extLst>
              <a:ext uri="{FF2B5EF4-FFF2-40B4-BE49-F238E27FC236}">
                <a16:creationId xmlns:a16="http://schemas.microsoft.com/office/drawing/2014/main" id="{FC1E269C-C07E-E654-F2EA-BE9AAF964B7D}"/>
              </a:ext>
            </a:extLst>
          </p:cNvPr>
          <p:cNvSpPr txBox="1"/>
          <p:nvPr/>
        </p:nvSpPr>
        <p:spPr>
          <a:xfrm>
            <a:off x="7073315" y="4056013"/>
            <a:ext cx="4379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1400" dirty="0">
                <a:latin typeface="Comic Sans MS" panose="030F0902030302020204" pitchFamily="66" charset="0"/>
              </a:rPr>
              <a:t>TA</a:t>
            </a:r>
            <a:endParaRPr kumimoji="1" lang="zh-CN" altLang="en-US" sz="1400" dirty="0">
              <a:latin typeface="Comic Sans MS" panose="030F0902030302020204" pitchFamily="66" charset="0"/>
            </a:endParaRPr>
          </a:p>
        </p:txBody>
      </p:sp>
      <p:sp>
        <p:nvSpPr>
          <p:cNvPr id="1009" name="文本框 378">
            <a:extLst>
              <a:ext uri="{FF2B5EF4-FFF2-40B4-BE49-F238E27FC236}">
                <a16:creationId xmlns:a16="http://schemas.microsoft.com/office/drawing/2014/main" id="{B11DB36F-103F-6025-1DD8-587D9402B663}"/>
              </a:ext>
            </a:extLst>
          </p:cNvPr>
          <p:cNvSpPr txBox="1"/>
          <p:nvPr/>
        </p:nvSpPr>
        <p:spPr>
          <a:xfrm>
            <a:off x="7832789" y="4055510"/>
            <a:ext cx="4235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1400" dirty="0">
                <a:latin typeface="Comic Sans MS" panose="030F0902030302020204" pitchFamily="66" charset="0"/>
              </a:rPr>
              <a:t>TV</a:t>
            </a:r>
            <a:endParaRPr kumimoji="1" lang="zh-CN" altLang="en-US" sz="1400" dirty="0">
              <a:latin typeface="Comic Sans MS" panose="030F0902030302020204" pitchFamily="66" charset="0"/>
            </a:endParaRPr>
          </a:p>
        </p:txBody>
      </p:sp>
      <p:sp>
        <p:nvSpPr>
          <p:cNvPr id="1010" name="文本框 379">
            <a:extLst>
              <a:ext uri="{FF2B5EF4-FFF2-40B4-BE49-F238E27FC236}">
                <a16:creationId xmlns:a16="http://schemas.microsoft.com/office/drawing/2014/main" id="{78A53B12-EC91-DADD-00F9-099470805475}"/>
              </a:ext>
            </a:extLst>
          </p:cNvPr>
          <p:cNvSpPr txBox="1"/>
          <p:nvPr/>
        </p:nvSpPr>
        <p:spPr>
          <a:xfrm>
            <a:off x="8599400" y="4055510"/>
            <a:ext cx="4331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1400" dirty="0">
                <a:latin typeface="Comic Sans MS" panose="030F0902030302020204" pitchFamily="66" charset="0"/>
              </a:rPr>
              <a:t>AV</a:t>
            </a:r>
            <a:endParaRPr kumimoji="1" lang="zh-CN" altLang="en-US" sz="1400" dirty="0">
              <a:latin typeface="Comic Sans MS" panose="030F0902030302020204" pitchFamily="66" charset="0"/>
            </a:endParaRPr>
          </a:p>
        </p:txBody>
      </p:sp>
      <p:sp>
        <p:nvSpPr>
          <p:cNvPr id="1011" name="文本框 380">
            <a:extLst>
              <a:ext uri="{FF2B5EF4-FFF2-40B4-BE49-F238E27FC236}">
                <a16:creationId xmlns:a16="http://schemas.microsoft.com/office/drawing/2014/main" id="{512C1C37-E703-B820-696D-1654EB675865}"/>
              </a:ext>
            </a:extLst>
          </p:cNvPr>
          <p:cNvSpPr txBox="1"/>
          <p:nvPr/>
        </p:nvSpPr>
        <p:spPr>
          <a:xfrm>
            <a:off x="7777246" y="3046851"/>
            <a:ext cx="5549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1400" dirty="0">
                <a:latin typeface="Comic Sans MS" panose="030F0902030302020204" pitchFamily="66" charset="0"/>
              </a:rPr>
              <a:t>TAV</a:t>
            </a:r>
            <a:endParaRPr kumimoji="1" lang="zh-CN" altLang="en-US" sz="1400" dirty="0">
              <a:latin typeface="Comic Sans MS" panose="030F0902030302020204" pitchFamily="66" charset="0"/>
            </a:endParaRPr>
          </a:p>
        </p:txBody>
      </p:sp>
      <p:sp>
        <p:nvSpPr>
          <p:cNvPr id="1012" name="文本框 381">
            <a:extLst>
              <a:ext uri="{FF2B5EF4-FFF2-40B4-BE49-F238E27FC236}">
                <a16:creationId xmlns:a16="http://schemas.microsoft.com/office/drawing/2014/main" id="{4CB1CB46-3177-5EC2-AF4C-1643E1BB5D33}"/>
              </a:ext>
            </a:extLst>
          </p:cNvPr>
          <p:cNvSpPr txBox="1"/>
          <p:nvPr/>
        </p:nvSpPr>
        <p:spPr>
          <a:xfrm>
            <a:off x="7138391" y="5113584"/>
            <a:ext cx="30649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1400" dirty="0">
                <a:latin typeface="Comic Sans MS" panose="030F0902030302020204" pitchFamily="66" charset="0"/>
              </a:rPr>
              <a:t>T</a:t>
            </a:r>
            <a:endParaRPr kumimoji="1" lang="zh-CN" altLang="en-US" sz="1400" dirty="0">
              <a:latin typeface="Comic Sans MS" panose="030F0902030302020204" pitchFamily="66" charset="0"/>
            </a:endParaRPr>
          </a:p>
        </p:txBody>
      </p:sp>
      <p:sp>
        <p:nvSpPr>
          <p:cNvPr id="1013" name="文本框 382">
            <a:extLst>
              <a:ext uri="{FF2B5EF4-FFF2-40B4-BE49-F238E27FC236}">
                <a16:creationId xmlns:a16="http://schemas.microsoft.com/office/drawing/2014/main" id="{BE7B8317-DE4C-7539-3B68-FE68D7CC21FD}"/>
              </a:ext>
            </a:extLst>
          </p:cNvPr>
          <p:cNvSpPr txBox="1"/>
          <p:nvPr/>
        </p:nvSpPr>
        <p:spPr>
          <a:xfrm>
            <a:off x="7898876" y="5120913"/>
            <a:ext cx="3161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1400" dirty="0">
                <a:latin typeface="Comic Sans MS" panose="030F0902030302020204" pitchFamily="66" charset="0"/>
              </a:rPr>
              <a:t>A</a:t>
            </a:r>
            <a:endParaRPr kumimoji="1" lang="zh-CN" altLang="en-US" sz="1400" dirty="0">
              <a:latin typeface="Comic Sans MS" panose="030F0902030302020204" pitchFamily="66" charset="0"/>
            </a:endParaRPr>
          </a:p>
        </p:txBody>
      </p:sp>
      <p:sp>
        <p:nvSpPr>
          <p:cNvPr id="1014" name="文本框 383">
            <a:extLst>
              <a:ext uri="{FF2B5EF4-FFF2-40B4-BE49-F238E27FC236}">
                <a16:creationId xmlns:a16="http://schemas.microsoft.com/office/drawing/2014/main" id="{0D67500D-51AF-42BC-88A2-8F1D5541B4E3}"/>
              </a:ext>
            </a:extLst>
          </p:cNvPr>
          <p:cNvSpPr txBox="1"/>
          <p:nvPr/>
        </p:nvSpPr>
        <p:spPr>
          <a:xfrm>
            <a:off x="8665123" y="5113584"/>
            <a:ext cx="3016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1400" dirty="0">
                <a:latin typeface="Comic Sans MS" panose="030F0902030302020204" pitchFamily="66" charset="0"/>
              </a:rPr>
              <a:t>V</a:t>
            </a:r>
            <a:endParaRPr kumimoji="1" lang="zh-CN" altLang="en-US" sz="1400" dirty="0">
              <a:latin typeface="Comic Sans MS" panose="030F0902030302020204" pitchFamily="66" charset="0"/>
            </a:endParaRPr>
          </a:p>
        </p:txBody>
      </p:sp>
      <p:sp>
        <p:nvSpPr>
          <p:cNvPr id="1024" name="圆角矩形 1023">
            <a:extLst>
              <a:ext uri="{FF2B5EF4-FFF2-40B4-BE49-F238E27FC236}">
                <a16:creationId xmlns:a16="http://schemas.microsoft.com/office/drawing/2014/main" id="{6E71FD8B-1CCE-1BEF-EEF1-0BC164EC497E}"/>
              </a:ext>
            </a:extLst>
          </p:cNvPr>
          <p:cNvSpPr/>
          <p:nvPr/>
        </p:nvSpPr>
        <p:spPr>
          <a:xfrm>
            <a:off x="6923335" y="909353"/>
            <a:ext cx="843492" cy="723630"/>
          </a:xfrm>
          <a:prstGeom prst="roundRect">
            <a:avLst/>
          </a:prstGeom>
          <a:solidFill>
            <a:schemeClr val="bg1"/>
          </a:solidFill>
          <a:ln w="9525">
            <a:solidFill>
              <a:srgbClr val="984A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 sz="1776" i="1">
              <a:solidFill>
                <a:schemeClr val="tx1"/>
              </a:solidFill>
              <a:latin typeface="Comic Sans MS" panose="030F0902030302020204" pitchFamily="66" charset="0"/>
              <a:cs typeface="Arial" panose="020B0604020202020204" pitchFamily="34" charset="0"/>
            </a:endParaRPr>
          </a:p>
        </p:txBody>
      </p:sp>
      <p:sp>
        <p:nvSpPr>
          <p:cNvPr id="1025" name="椭圆 1024">
            <a:extLst>
              <a:ext uri="{FF2B5EF4-FFF2-40B4-BE49-F238E27FC236}">
                <a16:creationId xmlns:a16="http://schemas.microsoft.com/office/drawing/2014/main" id="{11F257DF-F1B5-9BE9-EF0C-06DFE1B44C67}"/>
              </a:ext>
            </a:extLst>
          </p:cNvPr>
          <p:cNvSpPr/>
          <p:nvPr/>
        </p:nvSpPr>
        <p:spPr>
          <a:xfrm>
            <a:off x="7060041" y="943669"/>
            <a:ext cx="285953" cy="284686"/>
          </a:xfrm>
          <a:prstGeom prst="ellipse">
            <a:avLst/>
          </a:prstGeom>
          <a:solidFill>
            <a:srgbClr val="FE930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 sz="1776" i="1">
              <a:solidFill>
                <a:schemeClr val="tx1"/>
              </a:solidFill>
              <a:latin typeface="Comic Sans MS" panose="030F0902030302020204" pitchFamily="66" charset="0"/>
              <a:cs typeface="Arial" panose="020B0604020202020204" pitchFamily="34" charset="0"/>
            </a:endParaRPr>
          </a:p>
        </p:txBody>
      </p:sp>
      <p:sp>
        <p:nvSpPr>
          <p:cNvPr id="1026" name="椭圆 1025">
            <a:extLst>
              <a:ext uri="{FF2B5EF4-FFF2-40B4-BE49-F238E27FC236}">
                <a16:creationId xmlns:a16="http://schemas.microsoft.com/office/drawing/2014/main" id="{1F9593C9-9CDF-9B7E-CBF8-A91EB1F4D16F}"/>
              </a:ext>
            </a:extLst>
          </p:cNvPr>
          <p:cNvSpPr/>
          <p:nvPr/>
        </p:nvSpPr>
        <p:spPr>
          <a:xfrm>
            <a:off x="7239245" y="943669"/>
            <a:ext cx="285953" cy="284686"/>
          </a:xfrm>
          <a:prstGeom prst="ellipse">
            <a:avLst/>
          </a:prstGeom>
          <a:solidFill>
            <a:srgbClr val="49C2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 sz="1776" i="1">
              <a:solidFill>
                <a:schemeClr val="tx1"/>
              </a:solidFill>
              <a:latin typeface="Comic Sans MS" panose="030F0902030302020204" pitchFamily="66" charset="0"/>
              <a:cs typeface="Arial" panose="020B0604020202020204" pitchFamily="34" charset="0"/>
            </a:endParaRPr>
          </a:p>
        </p:txBody>
      </p:sp>
      <p:sp>
        <p:nvSpPr>
          <p:cNvPr id="1027" name="椭圆 1026">
            <a:extLst>
              <a:ext uri="{FF2B5EF4-FFF2-40B4-BE49-F238E27FC236}">
                <a16:creationId xmlns:a16="http://schemas.microsoft.com/office/drawing/2014/main" id="{93AE21B4-7695-6732-CDA9-B089ECC033BD}"/>
              </a:ext>
            </a:extLst>
          </p:cNvPr>
          <p:cNvSpPr/>
          <p:nvPr/>
        </p:nvSpPr>
        <p:spPr>
          <a:xfrm>
            <a:off x="7149643" y="1086012"/>
            <a:ext cx="285953" cy="284686"/>
          </a:xfrm>
          <a:prstGeom prst="ellipse">
            <a:avLst/>
          </a:prstGeom>
          <a:solidFill>
            <a:srgbClr val="318F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 sz="1776" i="1">
              <a:solidFill>
                <a:schemeClr val="tx1"/>
              </a:solidFill>
              <a:latin typeface="Comic Sans MS" panose="030F0902030302020204" pitchFamily="66" charset="0"/>
              <a:cs typeface="Arial" panose="020B0604020202020204" pitchFamily="34" charset="0"/>
            </a:endParaRPr>
          </a:p>
        </p:txBody>
      </p:sp>
      <p:sp>
        <p:nvSpPr>
          <p:cNvPr id="1028" name="文本框 228">
            <a:extLst>
              <a:ext uri="{FF2B5EF4-FFF2-40B4-BE49-F238E27FC236}">
                <a16:creationId xmlns:a16="http://schemas.microsoft.com/office/drawing/2014/main" id="{E23E3217-11BF-7DD3-DA05-97EC811F7399}"/>
              </a:ext>
            </a:extLst>
          </p:cNvPr>
          <p:cNvSpPr txBox="1"/>
          <p:nvPr/>
        </p:nvSpPr>
        <p:spPr>
          <a:xfrm>
            <a:off x="7014983" y="1345398"/>
            <a:ext cx="5549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1400" dirty="0">
                <a:latin typeface="Comic Sans MS" panose="030F0902030302020204" pitchFamily="66" charset="0"/>
              </a:rPr>
              <a:t>TAV</a:t>
            </a:r>
            <a:endParaRPr kumimoji="1" lang="zh-CN" altLang="en-US" sz="1400" dirty="0">
              <a:latin typeface="Comic Sans MS" panose="030F0902030302020204" pitchFamily="66" charset="0"/>
            </a:endParaRPr>
          </a:p>
        </p:txBody>
      </p:sp>
      <p:sp>
        <p:nvSpPr>
          <p:cNvPr id="1029" name="文本框 398">
            <a:extLst>
              <a:ext uri="{FF2B5EF4-FFF2-40B4-BE49-F238E27FC236}">
                <a16:creationId xmlns:a16="http://schemas.microsoft.com/office/drawing/2014/main" id="{26EBF317-CA00-F87D-2514-D8B10B9D07BC}"/>
              </a:ext>
            </a:extLst>
          </p:cNvPr>
          <p:cNvSpPr txBox="1"/>
          <p:nvPr/>
        </p:nvSpPr>
        <p:spPr>
          <a:xfrm>
            <a:off x="7500407" y="1378059"/>
            <a:ext cx="2535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1200" i="1" dirty="0">
                <a:latin typeface="Comic Sans MS" panose="030F0902030302020204" pitchFamily="66" charset="0"/>
              </a:rPr>
              <a:t>1</a:t>
            </a:r>
            <a:endParaRPr kumimoji="1" lang="zh-CN" altLang="en-US" sz="1200" i="1" dirty="0">
              <a:latin typeface="Comic Sans MS" panose="030F0902030302020204" pitchFamily="66" charset="0"/>
            </a:endParaRPr>
          </a:p>
        </p:txBody>
      </p:sp>
      <p:sp>
        <p:nvSpPr>
          <p:cNvPr id="1030" name="圆角矩形 1029">
            <a:extLst>
              <a:ext uri="{FF2B5EF4-FFF2-40B4-BE49-F238E27FC236}">
                <a16:creationId xmlns:a16="http://schemas.microsoft.com/office/drawing/2014/main" id="{8ED89B3E-62B2-CA62-6091-D3C3A053F656}"/>
              </a:ext>
            </a:extLst>
          </p:cNvPr>
          <p:cNvSpPr/>
          <p:nvPr/>
        </p:nvSpPr>
        <p:spPr>
          <a:xfrm>
            <a:off x="7846249" y="907449"/>
            <a:ext cx="843492" cy="723630"/>
          </a:xfrm>
          <a:prstGeom prst="roundRect">
            <a:avLst/>
          </a:prstGeom>
          <a:solidFill>
            <a:schemeClr val="bg1"/>
          </a:solidFill>
          <a:ln w="9525">
            <a:solidFill>
              <a:srgbClr val="984A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 sz="1776" i="1">
              <a:solidFill>
                <a:schemeClr val="tx1"/>
              </a:solidFill>
              <a:latin typeface="Comic Sans MS" panose="030F0902030302020204" pitchFamily="66" charset="0"/>
              <a:cs typeface="Arial" panose="020B0604020202020204" pitchFamily="34" charset="0"/>
            </a:endParaRPr>
          </a:p>
        </p:txBody>
      </p:sp>
      <p:sp>
        <p:nvSpPr>
          <p:cNvPr id="1031" name="椭圆 1030">
            <a:extLst>
              <a:ext uri="{FF2B5EF4-FFF2-40B4-BE49-F238E27FC236}">
                <a16:creationId xmlns:a16="http://schemas.microsoft.com/office/drawing/2014/main" id="{A5A620DD-7F31-1153-0E2A-E7A28EB1892B}"/>
              </a:ext>
            </a:extLst>
          </p:cNvPr>
          <p:cNvSpPr/>
          <p:nvPr/>
        </p:nvSpPr>
        <p:spPr>
          <a:xfrm>
            <a:off x="7982955" y="941765"/>
            <a:ext cx="285953" cy="284686"/>
          </a:xfrm>
          <a:prstGeom prst="ellipse">
            <a:avLst/>
          </a:prstGeom>
          <a:solidFill>
            <a:srgbClr val="FE930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 sz="1776" i="1">
              <a:solidFill>
                <a:schemeClr val="tx1"/>
              </a:solidFill>
              <a:latin typeface="Comic Sans MS" panose="030F0902030302020204" pitchFamily="66" charset="0"/>
              <a:cs typeface="Arial" panose="020B0604020202020204" pitchFamily="34" charset="0"/>
            </a:endParaRPr>
          </a:p>
        </p:txBody>
      </p:sp>
      <p:sp>
        <p:nvSpPr>
          <p:cNvPr id="1032" name="椭圆 1031">
            <a:extLst>
              <a:ext uri="{FF2B5EF4-FFF2-40B4-BE49-F238E27FC236}">
                <a16:creationId xmlns:a16="http://schemas.microsoft.com/office/drawing/2014/main" id="{587AC738-20C9-043E-1A89-ADC2C763B347}"/>
              </a:ext>
            </a:extLst>
          </p:cNvPr>
          <p:cNvSpPr/>
          <p:nvPr/>
        </p:nvSpPr>
        <p:spPr>
          <a:xfrm>
            <a:off x="8162159" y="941765"/>
            <a:ext cx="285953" cy="284686"/>
          </a:xfrm>
          <a:prstGeom prst="ellipse">
            <a:avLst/>
          </a:prstGeom>
          <a:solidFill>
            <a:srgbClr val="49C2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 sz="1776" i="1">
              <a:solidFill>
                <a:schemeClr val="tx1"/>
              </a:solidFill>
              <a:latin typeface="Comic Sans MS" panose="030F0902030302020204" pitchFamily="66" charset="0"/>
              <a:cs typeface="Arial" panose="020B0604020202020204" pitchFamily="34" charset="0"/>
            </a:endParaRPr>
          </a:p>
        </p:txBody>
      </p:sp>
      <p:sp>
        <p:nvSpPr>
          <p:cNvPr id="1033" name="椭圆 1032">
            <a:extLst>
              <a:ext uri="{FF2B5EF4-FFF2-40B4-BE49-F238E27FC236}">
                <a16:creationId xmlns:a16="http://schemas.microsoft.com/office/drawing/2014/main" id="{095D59A0-2977-CCCF-0117-DDEEB409ACF7}"/>
              </a:ext>
            </a:extLst>
          </p:cNvPr>
          <p:cNvSpPr/>
          <p:nvPr/>
        </p:nvSpPr>
        <p:spPr>
          <a:xfrm>
            <a:off x="8072557" y="1084108"/>
            <a:ext cx="285953" cy="284686"/>
          </a:xfrm>
          <a:prstGeom prst="ellipse">
            <a:avLst/>
          </a:prstGeom>
          <a:solidFill>
            <a:srgbClr val="318F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 sz="1776" i="1">
              <a:solidFill>
                <a:schemeClr val="tx1"/>
              </a:solidFill>
              <a:latin typeface="Comic Sans MS" panose="030F0902030302020204" pitchFamily="66" charset="0"/>
              <a:cs typeface="Arial" panose="020B0604020202020204" pitchFamily="34" charset="0"/>
            </a:endParaRPr>
          </a:p>
        </p:txBody>
      </p:sp>
      <p:sp>
        <p:nvSpPr>
          <p:cNvPr id="1034" name="文本框 228">
            <a:extLst>
              <a:ext uri="{FF2B5EF4-FFF2-40B4-BE49-F238E27FC236}">
                <a16:creationId xmlns:a16="http://schemas.microsoft.com/office/drawing/2014/main" id="{474BFD54-2DE2-767E-0141-A9E0211B6966}"/>
              </a:ext>
            </a:extLst>
          </p:cNvPr>
          <p:cNvSpPr txBox="1"/>
          <p:nvPr/>
        </p:nvSpPr>
        <p:spPr>
          <a:xfrm>
            <a:off x="7937897" y="1343494"/>
            <a:ext cx="5549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1400" dirty="0">
                <a:latin typeface="Comic Sans MS" panose="030F0902030302020204" pitchFamily="66" charset="0"/>
              </a:rPr>
              <a:t>TAV</a:t>
            </a:r>
            <a:endParaRPr kumimoji="1" lang="zh-CN" altLang="en-US" sz="1400" dirty="0">
              <a:latin typeface="Comic Sans MS" panose="030F0902030302020204" pitchFamily="66" charset="0"/>
            </a:endParaRPr>
          </a:p>
        </p:txBody>
      </p:sp>
      <p:sp>
        <p:nvSpPr>
          <p:cNvPr id="1035" name="文本框 404">
            <a:extLst>
              <a:ext uri="{FF2B5EF4-FFF2-40B4-BE49-F238E27FC236}">
                <a16:creationId xmlns:a16="http://schemas.microsoft.com/office/drawing/2014/main" id="{9A6E7F91-5981-2777-E027-27DEA58C41FE}"/>
              </a:ext>
            </a:extLst>
          </p:cNvPr>
          <p:cNvSpPr txBox="1"/>
          <p:nvPr/>
        </p:nvSpPr>
        <p:spPr>
          <a:xfrm>
            <a:off x="8423321" y="1376155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1200" i="1" dirty="0">
                <a:latin typeface="Comic Sans MS" panose="030F0902030302020204" pitchFamily="66" charset="0"/>
              </a:rPr>
              <a:t>2</a:t>
            </a:r>
            <a:endParaRPr kumimoji="1" lang="zh-CN" altLang="en-US" sz="1200" i="1" dirty="0">
              <a:latin typeface="Comic Sans MS" panose="030F0902030302020204" pitchFamily="66" charset="0"/>
            </a:endParaRPr>
          </a:p>
        </p:txBody>
      </p:sp>
      <p:sp>
        <p:nvSpPr>
          <p:cNvPr id="1036" name="圆角矩形 1035">
            <a:extLst>
              <a:ext uri="{FF2B5EF4-FFF2-40B4-BE49-F238E27FC236}">
                <a16:creationId xmlns:a16="http://schemas.microsoft.com/office/drawing/2014/main" id="{FB0BDF3F-4189-E038-00BF-ED7041E94E15}"/>
              </a:ext>
            </a:extLst>
          </p:cNvPr>
          <p:cNvSpPr/>
          <p:nvPr/>
        </p:nvSpPr>
        <p:spPr>
          <a:xfrm>
            <a:off x="9165634" y="907449"/>
            <a:ext cx="843492" cy="723630"/>
          </a:xfrm>
          <a:prstGeom prst="roundRect">
            <a:avLst/>
          </a:prstGeom>
          <a:solidFill>
            <a:schemeClr val="bg1"/>
          </a:solidFill>
          <a:ln w="9525">
            <a:solidFill>
              <a:srgbClr val="984A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 sz="1776" i="1">
              <a:solidFill>
                <a:schemeClr val="tx1"/>
              </a:solidFill>
              <a:latin typeface="Comic Sans MS" panose="030F0902030302020204" pitchFamily="66" charset="0"/>
              <a:cs typeface="Arial" panose="020B0604020202020204" pitchFamily="34" charset="0"/>
            </a:endParaRPr>
          </a:p>
        </p:txBody>
      </p:sp>
      <p:sp>
        <p:nvSpPr>
          <p:cNvPr id="1037" name="椭圆 1036">
            <a:extLst>
              <a:ext uri="{FF2B5EF4-FFF2-40B4-BE49-F238E27FC236}">
                <a16:creationId xmlns:a16="http://schemas.microsoft.com/office/drawing/2014/main" id="{3A6A448A-FC86-E6B1-6E52-A20E8CDB03CB}"/>
              </a:ext>
            </a:extLst>
          </p:cNvPr>
          <p:cNvSpPr/>
          <p:nvPr/>
        </p:nvSpPr>
        <p:spPr>
          <a:xfrm>
            <a:off x="9302340" y="941765"/>
            <a:ext cx="285953" cy="284686"/>
          </a:xfrm>
          <a:prstGeom prst="ellipse">
            <a:avLst/>
          </a:prstGeom>
          <a:solidFill>
            <a:srgbClr val="FE930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 sz="1776" i="1">
              <a:solidFill>
                <a:schemeClr val="tx1"/>
              </a:solidFill>
              <a:latin typeface="Comic Sans MS" panose="030F0902030302020204" pitchFamily="66" charset="0"/>
              <a:cs typeface="Arial" panose="020B0604020202020204" pitchFamily="34" charset="0"/>
            </a:endParaRPr>
          </a:p>
        </p:txBody>
      </p:sp>
      <p:sp>
        <p:nvSpPr>
          <p:cNvPr id="1038" name="椭圆 1037">
            <a:extLst>
              <a:ext uri="{FF2B5EF4-FFF2-40B4-BE49-F238E27FC236}">
                <a16:creationId xmlns:a16="http://schemas.microsoft.com/office/drawing/2014/main" id="{2C8BE3C5-CDB7-D31D-41C9-105A92482BB1}"/>
              </a:ext>
            </a:extLst>
          </p:cNvPr>
          <p:cNvSpPr/>
          <p:nvPr/>
        </p:nvSpPr>
        <p:spPr>
          <a:xfrm>
            <a:off x="9481544" y="941765"/>
            <a:ext cx="285953" cy="284686"/>
          </a:xfrm>
          <a:prstGeom prst="ellipse">
            <a:avLst/>
          </a:prstGeom>
          <a:solidFill>
            <a:srgbClr val="49C2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 sz="1776" i="1">
              <a:solidFill>
                <a:schemeClr val="tx1"/>
              </a:solidFill>
              <a:latin typeface="Comic Sans MS" panose="030F0902030302020204" pitchFamily="66" charset="0"/>
              <a:cs typeface="Arial" panose="020B0604020202020204" pitchFamily="34" charset="0"/>
            </a:endParaRPr>
          </a:p>
        </p:txBody>
      </p:sp>
      <p:sp>
        <p:nvSpPr>
          <p:cNvPr id="1039" name="椭圆 1038">
            <a:extLst>
              <a:ext uri="{FF2B5EF4-FFF2-40B4-BE49-F238E27FC236}">
                <a16:creationId xmlns:a16="http://schemas.microsoft.com/office/drawing/2014/main" id="{3ECE0C8C-6829-D7CE-606B-7E846A9DF9D1}"/>
              </a:ext>
            </a:extLst>
          </p:cNvPr>
          <p:cNvSpPr/>
          <p:nvPr/>
        </p:nvSpPr>
        <p:spPr>
          <a:xfrm>
            <a:off x="9391942" y="1084108"/>
            <a:ext cx="285953" cy="284686"/>
          </a:xfrm>
          <a:prstGeom prst="ellipse">
            <a:avLst/>
          </a:prstGeom>
          <a:solidFill>
            <a:srgbClr val="318F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 sz="1776" i="1">
              <a:solidFill>
                <a:schemeClr val="tx1"/>
              </a:solidFill>
              <a:latin typeface="Comic Sans MS" panose="030F0902030302020204" pitchFamily="66" charset="0"/>
              <a:cs typeface="Arial" panose="020B0604020202020204" pitchFamily="34" charset="0"/>
            </a:endParaRPr>
          </a:p>
        </p:txBody>
      </p:sp>
      <p:sp>
        <p:nvSpPr>
          <p:cNvPr id="1040" name="文本框 228">
            <a:extLst>
              <a:ext uri="{FF2B5EF4-FFF2-40B4-BE49-F238E27FC236}">
                <a16:creationId xmlns:a16="http://schemas.microsoft.com/office/drawing/2014/main" id="{8A6ABDCF-C4A4-24B9-EA96-404125FB4659}"/>
              </a:ext>
            </a:extLst>
          </p:cNvPr>
          <p:cNvSpPr txBox="1"/>
          <p:nvPr/>
        </p:nvSpPr>
        <p:spPr>
          <a:xfrm>
            <a:off x="9257282" y="1343494"/>
            <a:ext cx="5549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1400" dirty="0">
                <a:latin typeface="Comic Sans MS" panose="030F0902030302020204" pitchFamily="66" charset="0"/>
              </a:rPr>
              <a:t>TAV</a:t>
            </a:r>
            <a:endParaRPr kumimoji="1" lang="zh-CN" altLang="en-US" sz="1400" dirty="0">
              <a:latin typeface="Comic Sans MS" panose="030F0902030302020204" pitchFamily="66" charset="0"/>
            </a:endParaRPr>
          </a:p>
        </p:txBody>
      </p:sp>
      <p:sp>
        <p:nvSpPr>
          <p:cNvPr id="1041" name="文本框 410">
            <a:extLst>
              <a:ext uri="{FF2B5EF4-FFF2-40B4-BE49-F238E27FC236}">
                <a16:creationId xmlns:a16="http://schemas.microsoft.com/office/drawing/2014/main" id="{492CBC25-FADE-22DA-EEEB-8D2151674873}"/>
              </a:ext>
            </a:extLst>
          </p:cNvPr>
          <p:cNvSpPr txBox="1"/>
          <p:nvPr/>
        </p:nvSpPr>
        <p:spPr>
          <a:xfrm>
            <a:off x="9742706" y="1376155"/>
            <a:ext cx="3080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1200" i="1" dirty="0">
                <a:latin typeface="Comic Sans MS" panose="030F0902030302020204" pitchFamily="66" charset="0"/>
              </a:rPr>
              <a:t>N</a:t>
            </a:r>
            <a:endParaRPr kumimoji="1" lang="zh-CN" altLang="en-US" sz="1200" i="1" dirty="0">
              <a:latin typeface="Comic Sans MS" panose="030F0902030302020204" pitchFamily="66" charset="0"/>
            </a:endParaRPr>
          </a:p>
        </p:txBody>
      </p:sp>
      <p:sp>
        <p:nvSpPr>
          <p:cNvPr id="1042" name="文本框 411">
            <a:extLst>
              <a:ext uri="{FF2B5EF4-FFF2-40B4-BE49-F238E27FC236}">
                <a16:creationId xmlns:a16="http://schemas.microsoft.com/office/drawing/2014/main" id="{165F8C76-9D37-2E48-D5AF-D0A9B385E46C}"/>
              </a:ext>
            </a:extLst>
          </p:cNvPr>
          <p:cNvSpPr txBox="1"/>
          <p:nvPr/>
        </p:nvSpPr>
        <p:spPr>
          <a:xfrm>
            <a:off x="8680415" y="1084598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dirty="0">
                <a:latin typeface="Comic Sans MS" panose="030F0902030302020204" pitchFamily="66" charset="0"/>
              </a:rPr>
              <a:t>······</a:t>
            </a:r>
            <a:endParaRPr kumimoji="1" lang="zh-CN" altLang="en-US" dirty="0">
              <a:latin typeface="Comic Sans MS" panose="030F0902030302020204" pitchFamily="66" charset="0"/>
            </a:endParaRPr>
          </a:p>
        </p:txBody>
      </p:sp>
      <p:sp>
        <p:nvSpPr>
          <p:cNvPr id="1043" name="圆角矩形 1042">
            <a:extLst>
              <a:ext uri="{FF2B5EF4-FFF2-40B4-BE49-F238E27FC236}">
                <a16:creationId xmlns:a16="http://schemas.microsoft.com/office/drawing/2014/main" id="{098E0FF7-DD0F-C2D8-9547-85D72EEA1D67}"/>
              </a:ext>
            </a:extLst>
          </p:cNvPr>
          <p:cNvSpPr/>
          <p:nvPr/>
        </p:nvSpPr>
        <p:spPr>
          <a:xfrm>
            <a:off x="8151660" y="1829400"/>
            <a:ext cx="692312" cy="360266"/>
          </a:xfrm>
          <a:prstGeom prst="roundRect">
            <a:avLst/>
          </a:prstGeom>
          <a:solidFill>
            <a:srgbClr val="F9CED9"/>
          </a:solidFill>
          <a:ln w="9525">
            <a:solidFill>
              <a:srgbClr val="725B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CN" i="1" dirty="0">
                <a:solidFill>
                  <a:schemeClr val="tx1"/>
                </a:solidFill>
                <a:latin typeface="Comic Sans MS" panose="030F0902030302020204" pitchFamily="66" charset="0"/>
                <a:cs typeface="Arial" panose="020B0604020202020204" pitchFamily="34" charset="0"/>
              </a:rPr>
              <a:t>Avg</a:t>
            </a:r>
            <a:endParaRPr kumimoji="1" lang="zh-CN" altLang="en-US" sz="1776" i="1" dirty="0">
              <a:solidFill>
                <a:schemeClr val="tx1"/>
              </a:solidFill>
              <a:latin typeface="Comic Sans MS" panose="030F0902030302020204" pitchFamily="66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44" name="圆角矩形 1043">
                <a:extLst>
                  <a:ext uri="{FF2B5EF4-FFF2-40B4-BE49-F238E27FC236}">
                    <a16:creationId xmlns:a16="http://schemas.microsoft.com/office/drawing/2014/main" id="{7DEEA2C1-C7ED-65DC-5C99-51B01E90B978}"/>
                  </a:ext>
                </a:extLst>
              </p:cNvPr>
              <p:cNvSpPr/>
              <p:nvPr/>
            </p:nvSpPr>
            <p:spPr>
              <a:xfrm>
                <a:off x="9244326" y="1830595"/>
                <a:ext cx="356459" cy="356459"/>
              </a:xfrm>
              <a:prstGeom prst="roundRect">
                <a:avLst/>
              </a:prstGeom>
              <a:solidFill>
                <a:schemeClr val="bg1"/>
              </a:solidFill>
              <a:ln w="9525">
                <a:solidFill>
                  <a:srgbClr val="984A5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>
                      <m:r>
                        <a:rPr kumimoji="1" lang="en-US" altLang="zh-CN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 </m:t>
                      </m:r>
                      <m:r>
                        <a:rPr kumimoji="1" lang="en-US" altLang="zh-CN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𝑏</m:t>
                      </m:r>
                    </m:oMath>
                  </m:oMathPara>
                </a14:m>
                <a:endParaRPr kumimoji="1" lang="zh-CN" altLang="en-US" i="1" dirty="0">
                  <a:solidFill>
                    <a:schemeClr val="tx1"/>
                  </a:solidFill>
                  <a:latin typeface="Comic Sans MS" panose="030F0902030302020204" pitchFamily="66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044" name="圆角矩形 1043">
                <a:extLst>
                  <a:ext uri="{FF2B5EF4-FFF2-40B4-BE49-F238E27FC236}">
                    <a16:creationId xmlns:a16="http://schemas.microsoft.com/office/drawing/2014/main" id="{7DEEA2C1-C7ED-65DC-5C99-51B01E90B97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44326" y="1830595"/>
                <a:ext cx="356459" cy="356459"/>
              </a:xfrm>
              <a:prstGeom prst="roundRect">
                <a:avLst/>
              </a:prstGeom>
              <a:blipFill>
                <a:blip r:embed="rId15"/>
                <a:stretch>
                  <a:fillRect l="-23333" b="-16667"/>
                </a:stretch>
              </a:blipFill>
              <a:ln w="9525">
                <a:solidFill>
                  <a:srgbClr val="984A59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45" name="肘形连接符 1044">
            <a:extLst>
              <a:ext uri="{FF2B5EF4-FFF2-40B4-BE49-F238E27FC236}">
                <a16:creationId xmlns:a16="http://schemas.microsoft.com/office/drawing/2014/main" id="{1E667759-17F5-439F-DB9A-499E0FABD5CF}"/>
              </a:ext>
            </a:extLst>
          </p:cNvPr>
          <p:cNvCxnSpPr>
            <a:cxnSpLocks/>
            <a:stCxn id="1024" idx="2"/>
            <a:endCxn id="1043" idx="0"/>
          </p:cNvCxnSpPr>
          <p:nvPr/>
        </p:nvCxnSpPr>
        <p:spPr>
          <a:xfrm rot="16200000" flipH="1">
            <a:off x="7823246" y="1154829"/>
            <a:ext cx="196417" cy="1152735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6" name="肘形连接符 1045">
            <a:extLst>
              <a:ext uri="{FF2B5EF4-FFF2-40B4-BE49-F238E27FC236}">
                <a16:creationId xmlns:a16="http://schemas.microsoft.com/office/drawing/2014/main" id="{3A22E3C3-88D7-DCD4-3695-D103C0AD2A83}"/>
              </a:ext>
            </a:extLst>
          </p:cNvPr>
          <p:cNvCxnSpPr>
            <a:cxnSpLocks/>
            <a:stCxn id="1030" idx="2"/>
            <a:endCxn id="1043" idx="0"/>
          </p:cNvCxnSpPr>
          <p:nvPr/>
        </p:nvCxnSpPr>
        <p:spPr>
          <a:xfrm rot="16200000" flipH="1">
            <a:off x="8283751" y="1615334"/>
            <a:ext cx="198321" cy="229821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7" name="肘形连接符 1046">
            <a:extLst>
              <a:ext uri="{FF2B5EF4-FFF2-40B4-BE49-F238E27FC236}">
                <a16:creationId xmlns:a16="http://schemas.microsoft.com/office/drawing/2014/main" id="{B59A7241-AA98-48F2-512C-3FB2B4A4D810}"/>
              </a:ext>
            </a:extLst>
          </p:cNvPr>
          <p:cNvCxnSpPr>
            <a:cxnSpLocks/>
            <a:endCxn id="981" idx="0"/>
          </p:cNvCxnSpPr>
          <p:nvPr/>
        </p:nvCxnSpPr>
        <p:spPr>
          <a:xfrm>
            <a:off x="12703276" y="1373717"/>
            <a:ext cx="461772" cy="429967"/>
          </a:xfrm>
          <a:prstGeom prst="bentConnector2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8" name="直线箭头连接符 1047">
            <a:extLst>
              <a:ext uri="{FF2B5EF4-FFF2-40B4-BE49-F238E27FC236}">
                <a16:creationId xmlns:a16="http://schemas.microsoft.com/office/drawing/2014/main" id="{C9DDB271-D961-4785-F430-EE4807F68566}"/>
              </a:ext>
            </a:extLst>
          </p:cNvPr>
          <p:cNvCxnSpPr>
            <a:cxnSpLocks/>
            <a:stCxn id="1043" idx="3"/>
            <a:endCxn id="1044" idx="1"/>
          </p:cNvCxnSpPr>
          <p:nvPr/>
        </p:nvCxnSpPr>
        <p:spPr>
          <a:xfrm flipV="1">
            <a:off x="8843972" y="2008819"/>
            <a:ext cx="400348" cy="714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9" name="肘形连接符 1048">
            <a:extLst>
              <a:ext uri="{FF2B5EF4-FFF2-40B4-BE49-F238E27FC236}">
                <a16:creationId xmlns:a16="http://schemas.microsoft.com/office/drawing/2014/main" id="{A4ACA983-3C29-3CAE-4567-6124A762D03E}"/>
              </a:ext>
            </a:extLst>
          </p:cNvPr>
          <p:cNvCxnSpPr>
            <a:cxnSpLocks/>
            <a:stCxn id="985" idx="3"/>
            <a:endCxn id="981" idx="1"/>
          </p:cNvCxnSpPr>
          <p:nvPr/>
        </p:nvCxnSpPr>
        <p:spPr>
          <a:xfrm>
            <a:off x="12758792" y="2082336"/>
            <a:ext cx="137912" cy="14362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0" name="文本框 498">
            <a:extLst>
              <a:ext uri="{FF2B5EF4-FFF2-40B4-BE49-F238E27FC236}">
                <a16:creationId xmlns:a16="http://schemas.microsoft.com/office/drawing/2014/main" id="{AA02DF4F-4EEC-30C4-9620-25283DBDD9DF}"/>
              </a:ext>
            </a:extLst>
          </p:cNvPr>
          <p:cNvSpPr txBox="1"/>
          <p:nvPr/>
        </p:nvSpPr>
        <p:spPr>
          <a:xfrm>
            <a:off x="10343917" y="2151614"/>
            <a:ext cx="4379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1400" dirty="0">
                <a:latin typeface="Comic Sans MS" panose="030F0902030302020204" pitchFamily="66" charset="0"/>
              </a:rPr>
              <a:t>TA</a:t>
            </a:r>
            <a:endParaRPr kumimoji="1" lang="zh-CN" altLang="en-US" sz="1400" dirty="0">
              <a:latin typeface="Comic Sans MS" panose="030F0902030302020204" pitchFamily="66" charset="0"/>
            </a:endParaRPr>
          </a:p>
        </p:txBody>
      </p:sp>
      <p:sp>
        <p:nvSpPr>
          <p:cNvPr id="1051" name="文本框 499">
            <a:extLst>
              <a:ext uri="{FF2B5EF4-FFF2-40B4-BE49-F238E27FC236}">
                <a16:creationId xmlns:a16="http://schemas.microsoft.com/office/drawing/2014/main" id="{8609F046-CE02-CC3F-9E43-31D1EA6A6DA0}"/>
              </a:ext>
            </a:extLst>
          </p:cNvPr>
          <p:cNvSpPr txBox="1"/>
          <p:nvPr/>
        </p:nvSpPr>
        <p:spPr>
          <a:xfrm>
            <a:off x="11150679" y="2152183"/>
            <a:ext cx="4235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1400" dirty="0">
                <a:latin typeface="Comic Sans MS" panose="030F0902030302020204" pitchFamily="66" charset="0"/>
              </a:rPr>
              <a:t>TV</a:t>
            </a:r>
            <a:endParaRPr kumimoji="1" lang="zh-CN" altLang="en-US" sz="1400" dirty="0">
              <a:latin typeface="Comic Sans MS" panose="030F0902030302020204" pitchFamily="66" charset="0"/>
            </a:endParaRPr>
          </a:p>
        </p:txBody>
      </p:sp>
      <p:sp>
        <p:nvSpPr>
          <p:cNvPr id="1052" name="文本框 500">
            <a:extLst>
              <a:ext uri="{FF2B5EF4-FFF2-40B4-BE49-F238E27FC236}">
                <a16:creationId xmlns:a16="http://schemas.microsoft.com/office/drawing/2014/main" id="{7103A514-580B-D697-007F-11AC5706D2A9}"/>
              </a:ext>
            </a:extLst>
          </p:cNvPr>
          <p:cNvSpPr txBox="1"/>
          <p:nvPr/>
        </p:nvSpPr>
        <p:spPr>
          <a:xfrm>
            <a:off x="11934631" y="2152731"/>
            <a:ext cx="4331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1400" dirty="0">
                <a:latin typeface="Comic Sans MS" panose="030F0902030302020204" pitchFamily="66" charset="0"/>
              </a:rPr>
              <a:t>AV</a:t>
            </a:r>
            <a:endParaRPr kumimoji="1" lang="zh-CN" altLang="en-US" sz="1400" dirty="0">
              <a:latin typeface="Comic Sans MS" panose="030F0902030302020204" pitchFamily="66" charset="0"/>
            </a:endParaRPr>
          </a:p>
        </p:txBody>
      </p:sp>
      <p:cxnSp>
        <p:nvCxnSpPr>
          <p:cNvPr id="1053" name="肘形连接符 1052">
            <a:extLst>
              <a:ext uri="{FF2B5EF4-FFF2-40B4-BE49-F238E27FC236}">
                <a16:creationId xmlns:a16="http://schemas.microsoft.com/office/drawing/2014/main" id="{36D89985-E094-744F-1BFC-DDDB94DD17D5}"/>
              </a:ext>
            </a:extLst>
          </p:cNvPr>
          <p:cNvCxnSpPr>
            <a:cxnSpLocks/>
            <a:stCxn id="966" idx="3"/>
            <a:endCxn id="981" idx="2"/>
          </p:cNvCxnSpPr>
          <p:nvPr/>
        </p:nvCxnSpPr>
        <p:spPr>
          <a:xfrm flipV="1">
            <a:off x="12703276" y="2389705"/>
            <a:ext cx="461772" cy="297768"/>
          </a:xfrm>
          <a:prstGeom prst="bentConnector2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4" name="肘形连接符 1053">
            <a:extLst>
              <a:ext uri="{FF2B5EF4-FFF2-40B4-BE49-F238E27FC236}">
                <a16:creationId xmlns:a16="http://schemas.microsoft.com/office/drawing/2014/main" id="{37D8173B-7AD4-AF66-81A0-1749176C107D}"/>
              </a:ext>
            </a:extLst>
          </p:cNvPr>
          <p:cNvCxnSpPr>
            <a:cxnSpLocks/>
            <a:stCxn id="993" idx="3"/>
            <a:endCxn id="939" idx="1"/>
          </p:cNvCxnSpPr>
          <p:nvPr/>
        </p:nvCxnSpPr>
        <p:spPr>
          <a:xfrm>
            <a:off x="9181139" y="5047006"/>
            <a:ext cx="1032533" cy="1067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prstDash val="sys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5" name="肘形连接符 1054">
            <a:extLst>
              <a:ext uri="{FF2B5EF4-FFF2-40B4-BE49-F238E27FC236}">
                <a16:creationId xmlns:a16="http://schemas.microsoft.com/office/drawing/2014/main" id="{9F5677FB-ADB8-18D8-C4D7-210A937B4A28}"/>
              </a:ext>
            </a:extLst>
          </p:cNvPr>
          <p:cNvCxnSpPr>
            <a:cxnSpLocks/>
            <a:stCxn id="998" idx="3"/>
          </p:cNvCxnSpPr>
          <p:nvPr/>
        </p:nvCxnSpPr>
        <p:spPr>
          <a:xfrm flipV="1">
            <a:off x="9181133" y="4038820"/>
            <a:ext cx="1040142" cy="1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prstDash val="sys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6" name="肘形连接符 1055">
            <a:extLst>
              <a:ext uri="{FF2B5EF4-FFF2-40B4-BE49-F238E27FC236}">
                <a16:creationId xmlns:a16="http://schemas.microsoft.com/office/drawing/2014/main" id="{1844CDD8-EC83-6ECA-A7EA-FB7E020E6FDA}"/>
              </a:ext>
            </a:extLst>
          </p:cNvPr>
          <p:cNvCxnSpPr>
            <a:cxnSpLocks/>
            <a:stCxn id="995" idx="3"/>
            <a:endCxn id="938" idx="2"/>
          </p:cNvCxnSpPr>
          <p:nvPr/>
        </p:nvCxnSpPr>
        <p:spPr>
          <a:xfrm flipV="1">
            <a:off x="8415932" y="2914910"/>
            <a:ext cx="3461274" cy="119361"/>
          </a:xfrm>
          <a:prstGeom prst="bentConnector2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sys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7" name="文本框 538">
            <a:extLst>
              <a:ext uri="{FF2B5EF4-FFF2-40B4-BE49-F238E27FC236}">
                <a16:creationId xmlns:a16="http://schemas.microsoft.com/office/drawing/2014/main" id="{81EF9416-3960-2809-512B-95A4B457EF92}"/>
              </a:ext>
            </a:extLst>
          </p:cNvPr>
          <p:cNvSpPr txBox="1"/>
          <p:nvPr/>
        </p:nvSpPr>
        <p:spPr>
          <a:xfrm>
            <a:off x="9257080" y="4765267"/>
            <a:ext cx="81785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CN" sz="1200" dirty="0">
                <a:latin typeface="Comic Sans MS" panose="030F0902030302020204" pitchFamily="66" charset="0"/>
                <a:cs typeface="Arial" panose="020B0604020202020204" pitchFamily="34" charset="0"/>
              </a:rPr>
              <a:t>1</a:t>
            </a:r>
            <a:r>
              <a:rPr kumimoji="1" lang="en-US" altLang="zh-CN" sz="1200" baseline="30000" dirty="0">
                <a:latin typeface="Comic Sans MS" panose="030F0902030302020204" pitchFamily="66" charset="0"/>
                <a:cs typeface="Arial" panose="020B0604020202020204" pitchFamily="34" charset="0"/>
              </a:rPr>
              <a:t>st</a:t>
            </a:r>
            <a:r>
              <a:rPr kumimoji="1" lang="en-US" altLang="zh-CN" sz="1200" dirty="0">
                <a:latin typeface="Comic Sans MS" panose="030F0902030302020204" pitchFamily="66" charset="0"/>
                <a:cs typeface="Arial" panose="020B0604020202020204" pitchFamily="34" charset="0"/>
              </a:rPr>
              <a:t>-order</a:t>
            </a:r>
            <a:endParaRPr kumimoji="1" lang="zh-CN" altLang="en-US" sz="1200" dirty="0">
              <a:latin typeface="Comic Sans MS" panose="030F0902030302020204" pitchFamily="66" charset="0"/>
              <a:cs typeface="Arial" panose="020B0604020202020204" pitchFamily="34" charset="0"/>
            </a:endParaRPr>
          </a:p>
        </p:txBody>
      </p:sp>
      <p:sp>
        <p:nvSpPr>
          <p:cNvPr id="1058" name="文本框 545">
            <a:extLst>
              <a:ext uri="{FF2B5EF4-FFF2-40B4-BE49-F238E27FC236}">
                <a16:creationId xmlns:a16="http://schemas.microsoft.com/office/drawing/2014/main" id="{609385FA-815E-FF4A-07F7-1DECAA3EA525}"/>
              </a:ext>
            </a:extLst>
          </p:cNvPr>
          <p:cNvSpPr txBox="1"/>
          <p:nvPr/>
        </p:nvSpPr>
        <p:spPr>
          <a:xfrm>
            <a:off x="9219318" y="3750245"/>
            <a:ext cx="86113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CN" sz="1200" dirty="0">
                <a:latin typeface="Comic Sans MS" panose="030F0902030302020204" pitchFamily="66" charset="0"/>
                <a:cs typeface="Arial" panose="020B0604020202020204" pitchFamily="34" charset="0"/>
              </a:rPr>
              <a:t>2</a:t>
            </a:r>
            <a:r>
              <a:rPr kumimoji="1" lang="en-US" altLang="zh-CN" sz="1200" baseline="30000" dirty="0">
                <a:latin typeface="Comic Sans MS" panose="030F0902030302020204" pitchFamily="66" charset="0"/>
                <a:cs typeface="Arial" panose="020B0604020202020204" pitchFamily="34" charset="0"/>
              </a:rPr>
              <a:t>nd</a:t>
            </a:r>
            <a:r>
              <a:rPr kumimoji="1" lang="en-US" altLang="zh-CN" sz="1200" dirty="0">
                <a:latin typeface="Comic Sans MS" panose="030F0902030302020204" pitchFamily="66" charset="0"/>
                <a:cs typeface="Arial" panose="020B0604020202020204" pitchFamily="34" charset="0"/>
              </a:rPr>
              <a:t>-order</a:t>
            </a:r>
            <a:endParaRPr kumimoji="1" lang="zh-CN" altLang="en-US" sz="1200" dirty="0">
              <a:latin typeface="Comic Sans MS" panose="030F0902030302020204" pitchFamily="66" charset="0"/>
              <a:cs typeface="Arial" panose="020B0604020202020204" pitchFamily="34" charset="0"/>
            </a:endParaRPr>
          </a:p>
        </p:txBody>
      </p:sp>
      <p:sp>
        <p:nvSpPr>
          <p:cNvPr id="1059" name="文本框 546">
            <a:extLst>
              <a:ext uri="{FF2B5EF4-FFF2-40B4-BE49-F238E27FC236}">
                <a16:creationId xmlns:a16="http://schemas.microsoft.com/office/drawing/2014/main" id="{21AC5278-AA33-F67B-C3E1-4F0C780DF0F9}"/>
              </a:ext>
            </a:extLst>
          </p:cNvPr>
          <p:cNvSpPr txBox="1"/>
          <p:nvPr/>
        </p:nvSpPr>
        <p:spPr>
          <a:xfrm>
            <a:off x="9207738" y="2770730"/>
            <a:ext cx="8563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CN" sz="1200" dirty="0">
                <a:latin typeface="Comic Sans MS" panose="030F0902030302020204" pitchFamily="66" charset="0"/>
                <a:cs typeface="Arial" panose="020B0604020202020204" pitchFamily="34" charset="0"/>
              </a:rPr>
              <a:t>3</a:t>
            </a:r>
            <a:r>
              <a:rPr kumimoji="1" lang="en-US" altLang="zh-CN" sz="1200" baseline="30000" dirty="0">
                <a:latin typeface="Comic Sans MS" panose="030F0902030302020204" pitchFamily="66" charset="0"/>
                <a:cs typeface="Arial" panose="020B0604020202020204" pitchFamily="34" charset="0"/>
              </a:rPr>
              <a:t>rd</a:t>
            </a:r>
            <a:r>
              <a:rPr kumimoji="1" lang="en-US" altLang="zh-CN" sz="1200" dirty="0">
                <a:latin typeface="Comic Sans MS" panose="030F0902030302020204" pitchFamily="66" charset="0"/>
                <a:cs typeface="Arial" panose="020B0604020202020204" pitchFamily="34" charset="0"/>
              </a:rPr>
              <a:t>-order</a:t>
            </a:r>
            <a:endParaRPr kumimoji="1" lang="zh-CN" altLang="en-US" sz="1200" dirty="0">
              <a:latin typeface="Comic Sans MS" panose="030F0902030302020204" pitchFamily="66" charset="0"/>
              <a:cs typeface="Arial" panose="020B0604020202020204" pitchFamily="34" charset="0"/>
            </a:endParaRPr>
          </a:p>
        </p:txBody>
      </p:sp>
      <p:sp>
        <p:nvSpPr>
          <p:cNvPr id="1060" name="文本框 560">
            <a:extLst>
              <a:ext uri="{FF2B5EF4-FFF2-40B4-BE49-F238E27FC236}">
                <a16:creationId xmlns:a16="http://schemas.microsoft.com/office/drawing/2014/main" id="{9CC8362C-B7C1-D0DF-710D-12E58BB67074}"/>
              </a:ext>
            </a:extLst>
          </p:cNvPr>
          <p:cNvSpPr txBox="1"/>
          <p:nvPr/>
        </p:nvSpPr>
        <p:spPr>
          <a:xfrm>
            <a:off x="7270395" y="2338448"/>
            <a:ext cx="240482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600" dirty="0">
                <a:latin typeface="Comic Sans MS" panose="030F0902030302020204" pitchFamily="66" charset="0"/>
                <a:cs typeface="Arial" panose="020B0604020202020204" pitchFamily="34" charset="0"/>
              </a:rPr>
              <a:t>Modality</a:t>
            </a:r>
            <a:r>
              <a:rPr lang="zh-CN" altLang="zh-CN" sz="1600" dirty="0">
                <a:latin typeface="Comic Sans MS" panose="030F0902030302020204" pitchFamily="66" charset="0"/>
                <a:cs typeface="Arial" panose="020B0604020202020204" pitchFamily="34" charset="0"/>
              </a:rPr>
              <a:t> </a:t>
            </a:r>
            <a:r>
              <a:rPr lang="en-US" altLang="zh-CN" sz="1600" dirty="0">
                <a:latin typeface="Comic Sans MS" panose="030F0902030302020204" pitchFamily="66" charset="0"/>
                <a:cs typeface="Arial" panose="020B0604020202020204" pitchFamily="34" charset="0"/>
              </a:rPr>
              <a:t>subset</a:t>
            </a:r>
            <a:r>
              <a:rPr lang="zh-CN" altLang="en-US" sz="1600" dirty="0">
                <a:latin typeface="Comic Sans MS" panose="030F0902030302020204" pitchFamily="66" charset="0"/>
                <a:cs typeface="Arial" panose="020B0604020202020204" pitchFamily="34" charset="0"/>
              </a:rPr>
              <a:t> </a:t>
            </a:r>
            <a:r>
              <a:rPr lang="en-US" altLang="zh-CN" sz="1600" dirty="0">
                <a:latin typeface="Comic Sans MS" panose="030F0902030302020204" pitchFamily="66" charset="0"/>
                <a:cs typeface="Arial" panose="020B0604020202020204" pitchFamily="34" charset="0"/>
              </a:rPr>
              <a:t>lattice</a:t>
            </a:r>
            <a:endParaRPr lang="zh-CN" altLang="zh-CN" sz="1600" dirty="0">
              <a:latin typeface="Comic Sans MS" panose="030F0902030302020204" pitchFamily="66" charset="0"/>
              <a:cs typeface="Arial" panose="020B0604020202020204" pitchFamily="34" charset="0"/>
            </a:endParaRPr>
          </a:p>
        </p:txBody>
      </p:sp>
      <p:sp>
        <p:nvSpPr>
          <p:cNvPr id="1061" name="文本框 562">
            <a:extLst>
              <a:ext uri="{FF2B5EF4-FFF2-40B4-BE49-F238E27FC236}">
                <a16:creationId xmlns:a16="http://schemas.microsoft.com/office/drawing/2014/main" id="{47869872-6D2D-672D-19A6-56CA9402BC95}"/>
              </a:ext>
            </a:extLst>
          </p:cNvPr>
          <p:cNvSpPr txBox="1"/>
          <p:nvPr/>
        </p:nvSpPr>
        <p:spPr>
          <a:xfrm>
            <a:off x="10137978" y="500746"/>
            <a:ext cx="352211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" altLang="zh-CN" sz="1500" dirty="0">
                <a:latin typeface="Comic Sans MS" panose="030F0902030302020204" pitchFamily="66" charset="0"/>
                <a:cs typeface="Arial" panose="020B0604020202020204" pitchFamily="34" charset="0"/>
              </a:rPr>
              <a:t>Hierarchical interaction construction</a:t>
            </a:r>
            <a:endParaRPr lang="zh-CN" altLang="zh-CN" sz="1500" dirty="0">
              <a:latin typeface="Comic Sans MS" panose="030F0902030302020204" pitchFamily="66" charset="0"/>
              <a:cs typeface="Arial" panose="020B0604020202020204" pitchFamily="34" charset="0"/>
            </a:endParaRPr>
          </a:p>
        </p:txBody>
      </p:sp>
      <p:cxnSp>
        <p:nvCxnSpPr>
          <p:cNvPr id="1062" name="肘形连接符 1061">
            <a:extLst>
              <a:ext uri="{FF2B5EF4-FFF2-40B4-BE49-F238E27FC236}">
                <a16:creationId xmlns:a16="http://schemas.microsoft.com/office/drawing/2014/main" id="{8F355086-C153-C94D-A17C-D8EDE8F68F34}"/>
              </a:ext>
            </a:extLst>
          </p:cNvPr>
          <p:cNvCxnSpPr>
            <a:cxnSpLocks/>
            <a:stCxn id="1036" idx="2"/>
            <a:endCxn id="1043" idx="0"/>
          </p:cNvCxnSpPr>
          <p:nvPr/>
        </p:nvCxnSpPr>
        <p:spPr>
          <a:xfrm rot="5400000">
            <a:off x="8943444" y="1185457"/>
            <a:ext cx="198321" cy="1089564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63" name="文本框 572">
                <a:extLst>
                  <a:ext uri="{FF2B5EF4-FFF2-40B4-BE49-F238E27FC236}">
                    <a16:creationId xmlns:a16="http://schemas.microsoft.com/office/drawing/2014/main" id="{F54B2E7F-D174-92F3-6786-D2FCF47ABA4E}"/>
                  </a:ext>
                </a:extLst>
              </p:cNvPr>
              <p:cNvSpPr txBox="1"/>
              <p:nvPr/>
            </p:nvSpPr>
            <p:spPr>
              <a:xfrm>
                <a:off x="6991321" y="518144"/>
                <a:ext cx="2959143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zh-CN" altLang="zh-CN" sz="1600" dirty="0">
                    <a:latin typeface="Comic Sans MS" panose="030F0902030302020204" pitchFamily="66" charset="0"/>
                    <a:cs typeface="Arial" panose="020B0604020202020204" pitchFamily="34" charset="0"/>
                  </a:rPr>
                  <a:t>Shared training-set anchor </a:t>
                </a:r>
                <a14:m>
                  <m:oMath xmlns:m="http://schemas.openxmlformats.org/officeDocument/2006/math">
                    <m:r>
                      <a:rPr kumimoji="1" lang="en-US" altLang="zh-CN" sz="16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𝑏</m:t>
                    </m:r>
                  </m:oMath>
                </a14:m>
                <a:endParaRPr lang="zh-CN" altLang="zh-CN" sz="1600" dirty="0">
                  <a:latin typeface="Comic Sans MS" panose="030F0902030302020204" pitchFamily="66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063" name="文本框 572">
                <a:extLst>
                  <a:ext uri="{FF2B5EF4-FFF2-40B4-BE49-F238E27FC236}">
                    <a16:creationId xmlns:a16="http://schemas.microsoft.com/office/drawing/2014/main" id="{F54B2E7F-D174-92F3-6786-D2FCF47ABA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1321" y="518144"/>
                <a:ext cx="2959143" cy="338554"/>
              </a:xfrm>
              <a:prstGeom prst="rect">
                <a:avLst/>
              </a:prstGeom>
              <a:blipFill>
                <a:blip r:embed="rId16"/>
                <a:stretch>
                  <a:fillRect l="-855" t="-3571" b="-1785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64" name="圆角矩形 1063">
                <a:extLst>
                  <a:ext uri="{FF2B5EF4-FFF2-40B4-BE49-F238E27FC236}">
                    <a16:creationId xmlns:a16="http://schemas.microsoft.com/office/drawing/2014/main" id="{CCFE4979-A477-E4E6-C1C6-A828420BF297}"/>
                  </a:ext>
                </a:extLst>
              </p:cNvPr>
              <p:cNvSpPr/>
              <p:nvPr/>
            </p:nvSpPr>
            <p:spPr>
              <a:xfrm>
                <a:off x="12891936" y="3583046"/>
                <a:ext cx="536688" cy="586027"/>
              </a:xfrm>
              <a:prstGeom prst="roundRect">
                <a:avLst/>
              </a:prstGeom>
              <a:solidFill>
                <a:srgbClr val="F9CED9"/>
              </a:solidFill>
              <a:ln w="9525">
                <a:solidFill>
                  <a:srgbClr val="984A5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>
                      <m:r>
                        <a:rPr kumimoji="1" lang="en-US" altLang="zh-CN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sSub>
                        <m:sSubPr>
                          <m:ctrlPr>
                            <a:rPr kumimoji="1"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kumimoji="1"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 </m:t>
                          </m:r>
                          <m:r>
                            <a:rPr kumimoji="1"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𝐼</m:t>
                          </m:r>
                        </m:e>
                        <m:sub>
                          <m:r>
                            <a:rPr kumimoji="1"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𝑇𝐴</m:t>
                          </m:r>
                        </m:sub>
                      </m:sSub>
                    </m:oMath>
                  </m:oMathPara>
                </a14:m>
                <a:endParaRPr kumimoji="1" lang="zh-CN" altLang="en-US" i="1" dirty="0">
                  <a:solidFill>
                    <a:schemeClr val="tx1"/>
                  </a:solidFill>
                  <a:latin typeface="Comic Sans MS" panose="030F0902030302020204" pitchFamily="66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064" name="圆角矩形 1063">
                <a:extLst>
                  <a:ext uri="{FF2B5EF4-FFF2-40B4-BE49-F238E27FC236}">
                    <a16:creationId xmlns:a16="http://schemas.microsoft.com/office/drawing/2014/main" id="{CCFE4979-A477-E4E6-C1C6-A828420BF29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91936" y="3583046"/>
                <a:ext cx="536688" cy="586027"/>
              </a:xfrm>
              <a:prstGeom prst="roundRect">
                <a:avLst/>
              </a:prstGeom>
              <a:blipFill>
                <a:blip r:embed="rId17"/>
                <a:stretch>
                  <a:fillRect l="-34091" r="-2273" b="-6250"/>
                </a:stretch>
              </a:blipFill>
              <a:ln w="9525">
                <a:solidFill>
                  <a:srgbClr val="984A59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65" name="直线箭头连接符 1064">
            <a:extLst>
              <a:ext uri="{FF2B5EF4-FFF2-40B4-BE49-F238E27FC236}">
                <a16:creationId xmlns:a16="http://schemas.microsoft.com/office/drawing/2014/main" id="{60E3AAF0-7968-6159-0F0A-A1D980554097}"/>
              </a:ext>
            </a:extLst>
          </p:cNvPr>
          <p:cNvCxnSpPr>
            <a:cxnSpLocks/>
          </p:cNvCxnSpPr>
          <p:nvPr/>
        </p:nvCxnSpPr>
        <p:spPr>
          <a:xfrm>
            <a:off x="12431579" y="4156769"/>
            <a:ext cx="388410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6" name="直线箭头连接符 1065">
            <a:extLst>
              <a:ext uri="{FF2B5EF4-FFF2-40B4-BE49-F238E27FC236}">
                <a16:creationId xmlns:a16="http://schemas.microsoft.com/office/drawing/2014/main" id="{E40A40C9-850B-105A-E6D9-5A851BFC5130}"/>
              </a:ext>
            </a:extLst>
          </p:cNvPr>
          <p:cNvCxnSpPr>
            <a:cxnSpLocks/>
          </p:cNvCxnSpPr>
          <p:nvPr/>
        </p:nvCxnSpPr>
        <p:spPr>
          <a:xfrm>
            <a:off x="12423831" y="3622203"/>
            <a:ext cx="388415" cy="1493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7" name="文本框 1066">
            <a:extLst>
              <a:ext uri="{FF2B5EF4-FFF2-40B4-BE49-F238E27FC236}">
                <a16:creationId xmlns:a16="http://schemas.microsoft.com/office/drawing/2014/main" id="{A64D6A2E-CAEC-0CD5-24E5-5D84F272CDBA}"/>
              </a:ext>
            </a:extLst>
          </p:cNvPr>
          <p:cNvSpPr txBox="1"/>
          <p:nvPr/>
        </p:nvSpPr>
        <p:spPr>
          <a:xfrm>
            <a:off x="7761605" y="97639"/>
            <a:ext cx="4903907" cy="3740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zh-CN" b="1" dirty="0">
                <a:latin typeface="Comic Sans MS" panose="030F0902030302020204" pitchFamily="66" charset="0"/>
                <a:cs typeface="Arial" panose="020B0604020202020204" pitchFamily="34" charset="0"/>
              </a:rPr>
              <a:t>Shared Anchored Interaction Construction</a:t>
            </a:r>
          </a:p>
        </p:txBody>
      </p:sp>
      <p:sp>
        <p:nvSpPr>
          <p:cNvPr id="1068" name="圆角矩形 1067">
            <a:extLst>
              <a:ext uri="{FF2B5EF4-FFF2-40B4-BE49-F238E27FC236}">
                <a16:creationId xmlns:a16="http://schemas.microsoft.com/office/drawing/2014/main" id="{A1D455B8-E2AC-03F8-4EC8-0C5D4FE5C7AD}"/>
              </a:ext>
            </a:extLst>
          </p:cNvPr>
          <p:cNvSpPr/>
          <p:nvPr/>
        </p:nvSpPr>
        <p:spPr>
          <a:xfrm>
            <a:off x="67626" y="5853482"/>
            <a:ext cx="13586656" cy="1550699"/>
          </a:xfrm>
          <a:prstGeom prst="roundRect">
            <a:avLst>
              <a:gd name="adj" fmla="val 5836"/>
            </a:avLst>
          </a:prstGeom>
          <a:solidFill>
            <a:srgbClr val="FFFFE6"/>
          </a:solidFill>
          <a:ln>
            <a:solidFill>
              <a:srgbClr val="78792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 sz="1579" dirty="0">
              <a:solidFill>
                <a:schemeClr val="tx1"/>
              </a:solidFill>
              <a:latin typeface="Comic Sans MS" panose="030F0902030302020204" pitchFamily="66" charset="0"/>
              <a:cs typeface="Arial" panose="020B0604020202020204" pitchFamily="34" charset="0"/>
            </a:endParaRPr>
          </a:p>
        </p:txBody>
      </p:sp>
      <p:sp>
        <p:nvSpPr>
          <p:cNvPr id="1069" name="文本框 27">
            <a:extLst>
              <a:ext uri="{FF2B5EF4-FFF2-40B4-BE49-F238E27FC236}">
                <a16:creationId xmlns:a16="http://schemas.microsoft.com/office/drawing/2014/main" id="{BDBFFE07-6C8B-7096-051C-704D1A92C064}"/>
              </a:ext>
            </a:extLst>
          </p:cNvPr>
          <p:cNvSpPr txBox="1"/>
          <p:nvPr/>
        </p:nvSpPr>
        <p:spPr>
          <a:xfrm>
            <a:off x="380812" y="5976801"/>
            <a:ext cx="1568925" cy="11543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zh-CN" altLang="zh-CN" b="1" dirty="0">
                <a:latin typeface="Comic Sans MS" panose="030F0902030302020204" pitchFamily="66" charset="0"/>
                <a:cs typeface="Arial" panose="020B0604020202020204" pitchFamily="34" charset="0"/>
              </a:rPr>
              <a:t>Interaction</a:t>
            </a:r>
            <a:endParaRPr lang="en-US" altLang="zh-CN" b="1" dirty="0">
              <a:latin typeface="Comic Sans MS" panose="030F0902030302020204" pitchFamily="66" charset="0"/>
              <a:cs typeface="Arial" panose="020B0604020202020204" pitchFamily="34" charset="0"/>
            </a:endParaRPr>
          </a:p>
          <a:p>
            <a:pPr algn="ctr">
              <a:lnSpc>
                <a:spcPct val="100000"/>
              </a:lnSpc>
            </a:pPr>
            <a:r>
              <a:rPr lang="zh-CN" altLang="zh-CN" b="1" dirty="0">
                <a:latin typeface="Comic Sans MS" panose="030F0902030302020204" pitchFamily="66" charset="0"/>
                <a:cs typeface="Arial" panose="020B0604020202020204" pitchFamily="34" charset="0"/>
              </a:rPr>
              <a:t>Coordinate</a:t>
            </a:r>
          </a:p>
          <a:p>
            <a:pPr algn="ctr">
              <a:lnSpc>
                <a:spcPct val="150000"/>
              </a:lnSpc>
            </a:pPr>
            <a:r>
              <a:rPr lang="zh-CN" altLang="zh-CN" b="1" dirty="0">
                <a:latin typeface="Comic Sans MS" panose="030F0902030302020204" pitchFamily="66" charset="0"/>
                <a:cs typeface="Arial" panose="020B0604020202020204" pitchFamily="34" charset="0"/>
              </a:rPr>
              <a:t>Distillation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70" name="圆角矩形 1069">
                <a:extLst>
                  <a:ext uri="{FF2B5EF4-FFF2-40B4-BE49-F238E27FC236}">
                    <a16:creationId xmlns:a16="http://schemas.microsoft.com/office/drawing/2014/main" id="{B83AB852-3FC7-6679-34F3-A4674B06DC37}"/>
                  </a:ext>
                </a:extLst>
              </p:cNvPr>
              <p:cNvSpPr/>
              <p:nvPr/>
            </p:nvSpPr>
            <p:spPr>
              <a:xfrm>
                <a:off x="3477129" y="5931530"/>
                <a:ext cx="783887" cy="505614"/>
              </a:xfrm>
              <a:prstGeom prst="roundRect">
                <a:avLst/>
              </a:prstGeom>
              <a:solidFill>
                <a:srgbClr val="FDE8A2"/>
              </a:solidFill>
              <a:ln w="9525">
                <a:solidFill>
                  <a:srgbClr val="D4782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>
                      <m:r>
                        <a:rPr kumimoji="1" lang="zh-CN" alt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sSubSup>
                        <m:sSubSupPr>
                          <m:ctrlPr>
                            <a:rPr kumimoji="1"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kumimoji="1"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  <m:sup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𝒯</m:t>
                          </m:r>
                        </m:sup>
                      </m:sSubSup>
                    </m:oMath>
                  </m:oMathPara>
                </a14:m>
                <a:endParaRPr kumimoji="1" lang="zh-CN" altLang="en-US" i="1" dirty="0">
                  <a:solidFill>
                    <a:schemeClr val="tx1"/>
                  </a:solidFill>
                  <a:latin typeface="Comic Sans MS" panose="030F0902030302020204" pitchFamily="66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1070" name="圆角矩形 1069">
                <a:extLst>
                  <a:ext uri="{FF2B5EF4-FFF2-40B4-BE49-F238E27FC236}">
                    <a16:creationId xmlns:a16="http://schemas.microsoft.com/office/drawing/2014/main" id="{B83AB852-3FC7-6679-34F3-A4674B06DC3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7129" y="5931530"/>
                <a:ext cx="783887" cy="505614"/>
              </a:xfrm>
              <a:prstGeom prst="roundRect">
                <a:avLst/>
              </a:prstGeom>
              <a:blipFill>
                <a:blip r:embed="rId18"/>
                <a:stretch>
                  <a:fillRect/>
                </a:stretch>
              </a:blipFill>
              <a:ln w="9525">
                <a:solidFill>
                  <a:srgbClr val="D4782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71" name="圆角矩形 1070">
                <a:extLst>
                  <a:ext uri="{FF2B5EF4-FFF2-40B4-BE49-F238E27FC236}">
                    <a16:creationId xmlns:a16="http://schemas.microsoft.com/office/drawing/2014/main" id="{E8977812-300D-D932-EA65-D31CF29535A5}"/>
                  </a:ext>
                </a:extLst>
              </p:cNvPr>
              <p:cNvSpPr/>
              <p:nvPr/>
            </p:nvSpPr>
            <p:spPr>
              <a:xfrm>
                <a:off x="4746951" y="5928965"/>
                <a:ext cx="783887" cy="505614"/>
              </a:xfrm>
              <a:prstGeom prst="roundRect">
                <a:avLst/>
              </a:prstGeom>
              <a:solidFill>
                <a:srgbClr val="FDE8A2"/>
              </a:solidFill>
              <a:ln w="9525">
                <a:solidFill>
                  <a:srgbClr val="D4782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>
                      <m:r>
                        <a:rPr kumimoji="1" lang="zh-CN" alt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sSubSup>
                        <m:sSubSupPr>
                          <m:ctrlPr>
                            <a:rPr kumimoji="1"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kumimoji="1"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  <m:sup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𝒯</m:t>
                          </m:r>
                        </m:sup>
                      </m:sSubSup>
                    </m:oMath>
                  </m:oMathPara>
                </a14:m>
                <a:endParaRPr kumimoji="1" lang="zh-CN" altLang="en-US" i="1" dirty="0">
                  <a:solidFill>
                    <a:schemeClr val="tx1"/>
                  </a:solidFill>
                  <a:latin typeface="Comic Sans MS" panose="030F0902030302020204" pitchFamily="66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1071" name="圆角矩形 1070">
                <a:extLst>
                  <a:ext uri="{FF2B5EF4-FFF2-40B4-BE49-F238E27FC236}">
                    <a16:creationId xmlns:a16="http://schemas.microsoft.com/office/drawing/2014/main" id="{E8977812-300D-D932-EA65-D31CF29535A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6951" y="5928965"/>
                <a:ext cx="783887" cy="505614"/>
              </a:xfrm>
              <a:prstGeom prst="roundRect">
                <a:avLst/>
              </a:prstGeom>
              <a:blipFill>
                <a:blip r:embed="rId19"/>
                <a:stretch>
                  <a:fillRect/>
                </a:stretch>
              </a:blipFill>
              <a:ln w="9525">
                <a:solidFill>
                  <a:srgbClr val="D4782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72" name="圆角矩形 1071">
                <a:extLst>
                  <a:ext uri="{FF2B5EF4-FFF2-40B4-BE49-F238E27FC236}">
                    <a16:creationId xmlns:a16="http://schemas.microsoft.com/office/drawing/2014/main" id="{AECCA6C4-51A7-1891-12D1-A027A202FC40}"/>
                  </a:ext>
                </a:extLst>
              </p:cNvPr>
              <p:cNvSpPr/>
              <p:nvPr/>
            </p:nvSpPr>
            <p:spPr>
              <a:xfrm>
                <a:off x="6016773" y="5928965"/>
                <a:ext cx="783887" cy="505614"/>
              </a:xfrm>
              <a:prstGeom prst="roundRect">
                <a:avLst/>
              </a:prstGeom>
              <a:solidFill>
                <a:srgbClr val="FDE8A2"/>
              </a:solidFill>
              <a:ln w="9525">
                <a:solidFill>
                  <a:srgbClr val="D4782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>
                      <m:r>
                        <a:rPr kumimoji="1" lang="zh-CN" alt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sSubSup>
                        <m:sSubSupPr>
                          <m:ctrlPr>
                            <a:rPr kumimoji="1"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kumimoji="1"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sub>
                        <m:sup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𝒯</m:t>
                          </m:r>
                        </m:sup>
                      </m:sSubSup>
                    </m:oMath>
                  </m:oMathPara>
                </a14:m>
                <a:endParaRPr kumimoji="1" lang="zh-CN" altLang="en-US" i="1" dirty="0">
                  <a:solidFill>
                    <a:schemeClr val="tx1"/>
                  </a:solidFill>
                  <a:latin typeface="Comic Sans MS" panose="030F0902030302020204" pitchFamily="66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1072" name="圆角矩形 1071">
                <a:extLst>
                  <a:ext uri="{FF2B5EF4-FFF2-40B4-BE49-F238E27FC236}">
                    <a16:creationId xmlns:a16="http://schemas.microsoft.com/office/drawing/2014/main" id="{AECCA6C4-51A7-1891-12D1-A027A202FC4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6773" y="5928965"/>
                <a:ext cx="783887" cy="505614"/>
              </a:xfrm>
              <a:prstGeom prst="roundRect">
                <a:avLst/>
              </a:prstGeom>
              <a:blipFill>
                <a:blip r:embed="rId20"/>
                <a:stretch>
                  <a:fillRect/>
                </a:stretch>
              </a:blipFill>
              <a:ln w="9525">
                <a:solidFill>
                  <a:srgbClr val="D4782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73" name="圆角矩形 1072">
                <a:extLst>
                  <a:ext uri="{FF2B5EF4-FFF2-40B4-BE49-F238E27FC236}">
                    <a16:creationId xmlns:a16="http://schemas.microsoft.com/office/drawing/2014/main" id="{F87310FB-939E-3777-2042-62D193807C79}"/>
                  </a:ext>
                </a:extLst>
              </p:cNvPr>
              <p:cNvSpPr/>
              <p:nvPr/>
            </p:nvSpPr>
            <p:spPr>
              <a:xfrm>
                <a:off x="7286594" y="5928965"/>
                <a:ext cx="783887" cy="505614"/>
              </a:xfrm>
              <a:prstGeom prst="roundRect">
                <a:avLst/>
              </a:prstGeom>
              <a:solidFill>
                <a:srgbClr val="FDE8A2"/>
              </a:solidFill>
              <a:ln w="9525">
                <a:solidFill>
                  <a:srgbClr val="D4782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>
                      <m:r>
                        <a:rPr kumimoji="1" lang="zh-CN" alt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sSubSup>
                        <m:sSubSupPr>
                          <m:ctrlPr>
                            <a:rPr kumimoji="1"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kumimoji="1"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𝑇𝐴</m:t>
                          </m:r>
                        </m:sub>
                        <m:sup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𝒯</m:t>
                          </m:r>
                        </m:sup>
                      </m:sSubSup>
                    </m:oMath>
                  </m:oMathPara>
                </a14:m>
                <a:endParaRPr kumimoji="1" lang="zh-CN" altLang="en-US" i="1" dirty="0">
                  <a:solidFill>
                    <a:schemeClr val="tx1"/>
                  </a:solidFill>
                  <a:latin typeface="Comic Sans MS" panose="030F0902030302020204" pitchFamily="66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1073" name="圆角矩形 1072">
                <a:extLst>
                  <a:ext uri="{FF2B5EF4-FFF2-40B4-BE49-F238E27FC236}">
                    <a16:creationId xmlns:a16="http://schemas.microsoft.com/office/drawing/2014/main" id="{F87310FB-939E-3777-2042-62D193807C7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6594" y="5928965"/>
                <a:ext cx="783887" cy="505614"/>
              </a:xfrm>
              <a:prstGeom prst="roundRect">
                <a:avLst/>
              </a:prstGeom>
              <a:blipFill>
                <a:blip r:embed="rId21"/>
                <a:stretch>
                  <a:fillRect/>
                </a:stretch>
              </a:blipFill>
              <a:ln w="9525">
                <a:solidFill>
                  <a:srgbClr val="D4782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74" name="圆角矩形 1073">
                <a:extLst>
                  <a:ext uri="{FF2B5EF4-FFF2-40B4-BE49-F238E27FC236}">
                    <a16:creationId xmlns:a16="http://schemas.microsoft.com/office/drawing/2014/main" id="{5D8BE732-0B3B-9750-4A16-61D2C941615F}"/>
                  </a:ext>
                </a:extLst>
              </p:cNvPr>
              <p:cNvSpPr/>
              <p:nvPr/>
            </p:nvSpPr>
            <p:spPr>
              <a:xfrm>
                <a:off x="8556414" y="5928965"/>
                <a:ext cx="783887" cy="505614"/>
              </a:xfrm>
              <a:prstGeom prst="roundRect">
                <a:avLst/>
              </a:prstGeom>
              <a:solidFill>
                <a:srgbClr val="FDE8A2"/>
              </a:solidFill>
              <a:ln w="9525">
                <a:solidFill>
                  <a:srgbClr val="D4782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>
                      <m:r>
                        <a:rPr kumimoji="1" lang="zh-CN" alt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sSubSup>
                        <m:sSubSupPr>
                          <m:ctrlPr>
                            <a:rPr kumimoji="1"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kumimoji="1"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𝑇𝑉</m:t>
                          </m:r>
                        </m:sub>
                        <m:sup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𝒯</m:t>
                          </m:r>
                        </m:sup>
                      </m:sSubSup>
                    </m:oMath>
                  </m:oMathPara>
                </a14:m>
                <a:endParaRPr kumimoji="1" lang="zh-CN" altLang="en-US" i="1" dirty="0">
                  <a:solidFill>
                    <a:schemeClr val="tx1"/>
                  </a:solidFill>
                  <a:latin typeface="Comic Sans MS" panose="030F0902030302020204" pitchFamily="66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1074" name="圆角矩形 1073">
                <a:extLst>
                  <a:ext uri="{FF2B5EF4-FFF2-40B4-BE49-F238E27FC236}">
                    <a16:creationId xmlns:a16="http://schemas.microsoft.com/office/drawing/2014/main" id="{5D8BE732-0B3B-9750-4A16-61D2C941615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56414" y="5928965"/>
                <a:ext cx="783887" cy="505614"/>
              </a:xfrm>
              <a:prstGeom prst="roundRect">
                <a:avLst/>
              </a:prstGeom>
              <a:blipFill>
                <a:blip r:embed="rId22"/>
                <a:stretch>
                  <a:fillRect/>
                </a:stretch>
              </a:blipFill>
              <a:ln w="9525">
                <a:solidFill>
                  <a:srgbClr val="D4782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75" name="圆角矩形 1074">
                <a:extLst>
                  <a:ext uri="{FF2B5EF4-FFF2-40B4-BE49-F238E27FC236}">
                    <a16:creationId xmlns:a16="http://schemas.microsoft.com/office/drawing/2014/main" id="{10C1E483-AB25-759B-EC1C-9B743E211C23}"/>
                  </a:ext>
                </a:extLst>
              </p:cNvPr>
              <p:cNvSpPr/>
              <p:nvPr/>
            </p:nvSpPr>
            <p:spPr>
              <a:xfrm>
                <a:off x="9826233" y="5928965"/>
                <a:ext cx="783887" cy="505614"/>
              </a:xfrm>
              <a:prstGeom prst="roundRect">
                <a:avLst/>
              </a:prstGeom>
              <a:solidFill>
                <a:srgbClr val="FDE8A2"/>
              </a:solidFill>
              <a:ln w="9525">
                <a:solidFill>
                  <a:srgbClr val="D4782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>
                      <m:r>
                        <a:rPr kumimoji="1" lang="zh-CN" alt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sSubSup>
                        <m:sSubSupPr>
                          <m:ctrlPr>
                            <a:rPr kumimoji="1"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kumimoji="1"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𝐴𝑉</m:t>
                          </m:r>
                        </m:sub>
                        <m:sup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𝒯</m:t>
                          </m:r>
                        </m:sup>
                      </m:sSubSup>
                    </m:oMath>
                  </m:oMathPara>
                </a14:m>
                <a:endParaRPr kumimoji="1" lang="zh-CN" altLang="en-US" i="1" dirty="0">
                  <a:solidFill>
                    <a:schemeClr val="tx1"/>
                  </a:solidFill>
                  <a:latin typeface="Comic Sans MS" panose="030F0902030302020204" pitchFamily="66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1075" name="圆角矩形 1074">
                <a:extLst>
                  <a:ext uri="{FF2B5EF4-FFF2-40B4-BE49-F238E27FC236}">
                    <a16:creationId xmlns:a16="http://schemas.microsoft.com/office/drawing/2014/main" id="{10C1E483-AB25-759B-EC1C-9B743E211C2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26233" y="5928965"/>
                <a:ext cx="783887" cy="505614"/>
              </a:xfrm>
              <a:prstGeom prst="roundRect">
                <a:avLst/>
              </a:prstGeom>
              <a:blipFill>
                <a:blip r:embed="rId23"/>
                <a:stretch>
                  <a:fillRect/>
                </a:stretch>
              </a:blipFill>
              <a:ln w="9525">
                <a:solidFill>
                  <a:srgbClr val="D4782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76" name="圆角矩形 1075">
                <a:extLst>
                  <a:ext uri="{FF2B5EF4-FFF2-40B4-BE49-F238E27FC236}">
                    <a16:creationId xmlns:a16="http://schemas.microsoft.com/office/drawing/2014/main" id="{6183D3FA-F9C4-6CF3-09E6-47349E4C9C5A}"/>
                  </a:ext>
                </a:extLst>
              </p:cNvPr>
              <p:cNvSpPr/>
              <p:nvPr/>
            </p:nvSpPr>
            <p:spPr>
              <a:xfrm>
                <a:off x="11093987" y="5928965"/>
                <a:ext cx="783887" cy="505614"/>
              </a:xfrm>
              <a:prstGeom prst="roundRect">
                <a:avLst/>
              </a:prstGeom>
              <a:solidFill>
                <a:srgbClr val="FDE8A2"/>
              </a:solidFill>
              <a:ln w="9525">
                <a:solidFill>
                  <a:srgbClr val="D4782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>
                      <m:r>
                        <a:rPr kumimoji="1" lang="zh-CN" alt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sSubSup>
                        <m:sSubSupPr>
                          <m:ctrlPr>
                            <a:rPr kumimoji="1"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kumimoji="1"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𝑇𝐴𝑉</m:t>
                          </m:r>
                        </m:sub>
                        <m:sup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𝒯</m:t>
                          </m:r>
                        </m:sup>
                      </m:sSubSup>
                    </m:oMath>
                  </m:oMathPara>
                </a14:m>
                <a:endParaRPr kumimoji="1" lang="zh-CN" altLang="en-US" i="1" dirty="0">
                  <a:solidFill>
                    <a:schemeClr val="tx1"/>
                  </a:solidFill>
                  <a:latin typeface="Comic Sans MS" panose="030F0902030302020204" pitchFamily="66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1076" name="圆角矩形 1075">
                <a:extLst>
                  <a:ext uri="{FF2B5EF4-FFF2-40B4-BE49-F238E27FC236}">
                    <a16:creationId xmlns:a16="http://schemas.microsoft.com/office/drawing/2014/main" id="{6183D3FA-F9C4-6CF3-09E6-47349E4C9C5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93987" y="5928965"/>
                <a:ext cx="783887" cy="505614"/>
              </a:xfrm>
              <a:prstGeom prst="roundRect">
                <a:avLst/>
              </a:prstGeom>
              <a:blipFill>
                <a:blip r:embed="rId24"/>
                <a:stretch>
                  <a:fillRect l="-1587"/>
                </a:stretch>
              </a:blipFill>
              <a:ln w="9525">
                <a:solidFill>
                  <a:srgbClr val="D4782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77" name="圆角矩形 1076">
                <a:extLst>
                  <a:ext uri="{FF2B5EF4-FFF2-40B4-BE49-F238E27FC236}">
                    <a16:creationId xmlns:a16="http://schemas.microsoft.com/office/drawing/2014/main" id="{DD8B55F5-7E16-6281-8848-00F9F683785C}"/>
                  </a:ext>
                </a:extLst>
              </p:cNvPr>
              <p:cNvSpPr/>
              <p:nvPr/>
            </p:nvSpPr>
            <p:spPr>
              <a:xfrm>
                <a:off x="3477129" y="6816502"/>
                <a:ext cx="783887" cy="505614"/>
              </a:xfrm>
              <a:prstGeom prst="roundRect">
                <a:avLst/>
              </a:prstGeom>
              <a:solidFill>
                <a:srgbClr val="F9C8B2"/>
              </a:solidFill>
              <a:ln w="9525">
                <a:solidFill>
                  <a:srgbClr val="A73C3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>
                      <m:r>
                        <a:rPr kumimoji="1" lang="zh-CN" alt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sSubSup>
                        <m:sSubSupPr>
                          <m:ctrlPr>
                            <a:rPr kumimoji="1"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kumimoji="1"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  <m:sup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𝒮</m:t>
                          </m:r>
                        </m:sup>
                      </m:sSubSup>
                    </m:oMath>
                  </m:oMathPara>
                </a14:m>
                <a:endParaRPr kumimoji="1" lang="zh-CN" altLang="en-US" i="1" dirty="0">
                  <a:solidFill>
                    <a:schemeClr val="tx1"/>
                  </a:solidFill>
                  <a:latin typeface="Comic Sans MS" panose="030F0902030302020204" pitchFamily="66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1077" name="圆角矩形 1076">
                <a:extLst>
                  <a:ext uri="{FF2B5EF4-FFF2-40B4-BE49-F238E27FC236}">
                    <a16:creationId xmlns:a16="http://schemas.microsoft.com/office/drawing/2014/main" id="{DD8B55F5-7E16-6281-8848-00F9F683785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7129" y="6816502"/>
                <a:ext cx="783887" cy="505614"/>
              </a:xfrm>
              <a:prstGeom prst="roundRect">
                <a:avLst/>
              </a:prstGeom>
              <a:blipFill>
                <a:blip r:embed="rId25"/>
                <a:stretch>
                  <a:fillRect/>
                </a:stretch>
              </a:blipFill>
              <a:ln w="9525">
                <a:solidFill>
                  <a:srgbClr val="A73C3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78" name="圆角矩形 1077">
                <a:extLst>
                  <a:ext uri="{FF2B5EF4-FFF2-40B4-BE49-F238E27FC236}">
                    <a16:creationId xmlns:a16="http://schemas.microsoft.com/office/drawing/2014/main" id="{FBB604E5-4378-1BA7-0972-2026EFB03BDE}"/>
                  </a:ext>
                </a:extLst>
              </p:cNvPr>
              <p:cNvSpPr/>
              <p:nvPr/>
            </p:nvSpPr>
            <p:spPr>
              <a:xfrm>
                <a:off x="4746951" y="6813937"/>
                <a:ext cx="783887" cy="505614"/>
              </a:xfrm>
              <a:prstGeom prst="roundRect">
                <a:avLst/>
              </a:prstGeom>
              <a:solidFill>
                <a:srgbClr val="F9C8B2"/>
              </a:solidFill>
              <a:ln w="9525">
                <a:solidFill>
                  <a:srgbClr val="A73C3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>
                      <m:r>
                        <a:rPr kumimoji="1" lang="zh-CN" alt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sSubSup>
                        <m:sSubSupPr>
                          <m:ctrlPr>
                            <a:rPr kumimoji="1"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kumimoji="1"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  <m:sup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𝒮</m:t>
                          </m:r>
                        </m:sup>
                      </m:sSubSup>
                    </m:oMath>
                  </m:oMathPara>
                </a14:m>
                <a:endParaRPr kumimoji="1" lang="zh-CN" altLang="en-US" i="1" dirty="0">
                  <a:solidFill>
                    <a:schemeClr val="tx1"/>
                  </a:solidFill>
                  <a:latin typeface="Comic Sans MS" panose="030F0902030302020204" pitchFamily="66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1078" name="圆角矩形 1077">
                <a:extLst>
                  <a:ext uri="{FF2B5EF4-FFF2-40B4-BE49-F238E27FC236}">
                    <a16:creationId xmlns:a16="http://schemas.microsoft.com/office/drawing/2014/main" id="{FBB604E5-4378-1BA7-0972-2026EFB03BD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6951" y="6813937"/>
                <a:ext cx="783887" cy="505614"/>
              </a:xfrm>
              <a:prstGeom prst="roundRect">
                <a:avLst/>
              </a:prstGeom>
              <a:blipFill>
                <a:blip r:embed="rId26"/>
                <a:stretch>
                  <a:fillRect/>
                </a:stretch>
              </a:blipFill>
              <a:ln w="9525">
                <a:solidFill>
                  <a:srgbClr val="A73C3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79" name="圆角矩形 1078">
                <a:extLst>
                  <a:ext uri="{FF2B5EF4-FFF2-40B4-BE49-F238E27FC236}">
                    <a16:creationId xmlns:a16="http://schemas.microsoft.com/office/drawing/2014/main" id="{DB6DA3F2-5A04-539C-C48A-80AB61AEEAF9}"/>
                  </a:ext>
                </a:extLst>
              </p:cNvPr>
              <p:cNvSpPr/>
              <p:nvPr/>
            </p:nvSpPr>
            <p:spPr>
              <a:xfrm>
                <a:off x="6016773" y="6813937"/>
                <a:ext cx="783887" cy="505614"/>
              </a:xfrm>
              <a:prstGeom prst="roundRect">
                <a:avLst/>
              </a:prstGeom>
              <a:solidFill>
                <a:srgbClr val="F9C8B2"/>
              </a:solidFill>
              <a:ln w="9525">
                <a:solidFill>
                  <a:srgbClr val="A73C3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>
                      <m:r>
                        <a:rPr kumimoji="1" lang="zh-CN" alt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sSubSup>
                        <m:sSubSupPr>
                          <m:ctrlPr>
                            <a:rPr kumimoji="1"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kumimoji="1"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sub>
                        <m:sup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𝒮</m:t>
                          </m:r>
                        </m:sup>
                      </m:sSubSup>
                    </m:oMath>
                  </m:oMathPara>
                </a14:m>
                <a:endParaRPr kumimoji="1" lang="zh-CN" altLang="en-US" i="1" dirty="0">
                  <a:solidFill>
                    <a:schemeClr val="tx1"/>
                  </a:solidFill>
                  <a:latin typeface="Comic Sans MS" panose="030F0902030302020204" pitchFamily="66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1079" name="圆角矩形 1078">
                <a:extLst>
                  <a:ext uri="{FF2B5EF4-FFF2-40B4-BE49-F238E27FC236}">
                    <a16:creationId xmlns:a16="http://schemas.microsoft.com/office/drawing/2014/main" id="{DB6DA3F2-5A04-539C-C48A-80AB61AEEAF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6773" y="6813937"/>
                <a:ext cx="783887" cy="505614"/>
              </a:xfrm>
              <a:prstGeom prst="roundRect">
                <a:avLst/>
              </a:prstGeom>
              <a:blipFill>
                <a:blip r:embed="rId27"/>
                <a:stretch>
                  <a:fillRect/>
                </a:stretch>
              </a:blipFill>
              <a:ln w="9525">
                <a:solidFill>
                  <a:srgbClr val="A73C3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80" name="圆角矩形 1079">
                <a:extLst>
                  <a:ext uri="{FF2B5EF4-FFF2-40B4-BE49-F238E27FC236}">
                    <a16:creationId xmlns:a16="http://schemas.microsoft.com/office/drawing/2014/main" id="{81276C5F-95E7-A907-573C-903FFDD744C9}"/>
                  </a:ext>
                </a:extLst>
              </p:cNvPr>
              <p:cNvSpPr/>
              <p:nvPr/>
            </p:nvSpPr>
            <p:spPr>
              <a:xfrm>
                <a:off x="7286594" y="6813937"/>
                <a:ext cx="783887" cy="505614"/>
              </a:xfrm>
              <a:prstGeom prst="roundRect">
                <a:avLst/>
              </a:prstGeom>
              <a:solidFill>
                <a:srgbClr val="F9C8B2"/>
              </a:solidFill>
              <a:ln w="9525">
                <a:solidFill>
                  <a:srgbClr val="A73C3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>
                      <m:r>
                        <a:rPr kumimoji="1" lang="zh-CN" alt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sSubSup>
                        <m:sSubSupPr>
                          <m:ctrlPr>
                            <a:rPr kumimoji="1"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kumimoji="1"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𝑇𝐴</m:t>
                          </m:r>
                        </m:sub>
                        <m:sup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𝒮</m:t>
                          </m:r>
                        </m:sup>
                      </m:sSubSup>
                    </m:oMath>
                  </m:oMathPara>
                </a14:m>
                <a:endParaRPr kumimoji="1" lang="zh-CN" altLang="en-US" i="1" dirty="0">
                  <a:solidFill>
                    <a:schemeClr val="tx1"/>
                  </a:solidFill>
                  <a:latin typeface="Comic Sans MS" panose="030F0902030302020204" pitchFamily="66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1080" name="圆角矩形 1079">
                <a:extLst>
                  <a:ext uri="{FF2B5EF4-FFF2-40B4-BE49-F238E27FC236}">
                    <a16:creationId xmlns:a16="http://schemas.microsoft.com/office/drawing/2014/main" id="{81276C5F-95E7-A907-573C-903FFDD744C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6594" y="6813937"/>
                <a:ext cx="783887" cy="505614"/>
              </a:xfrm>
              <a:prstGeom prst="roundRect">
                <a:avLst/>
              </a:prstGeom>
              <a:blipFill>
                <a:blip r:embed="rId28"/>
                <a:stretch>
                  <a:fillRect/>
                </a:stretch>
              </a:blipFill>
              <a:ln w="9525">
                <a:solidFill>
                  <a:srgbClr val="A73C3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81" name="圆角矩形 1080">
                <a:extLst>
                  <a:ext uri="{FF2B5EF4-FFF2-40B4-BE49-F238E27FC236}">
                    <a16:creationId xmlns:a16="http://schemas.microsoft.com/office/drawing/2014/main" id="{9471A959-DC23-245F-AECA-382431AFA6A1}"/>
                  </a:ext>
                </a:extLst>
              </p:cNvPr>
              <p:cNvSpPr/>
              <p:nvPr/>
            </p:nvSpPr>
            <p:spPr>
              <a:xfrm>
                <a:off x="8556414" y="6813937"/>
                <a:ext cx="783887" cy="505614"/>
              </a:xfrm>
              <a:prstGeom prst="roundRect">
                <a:avLst/>
              </a:prstGeom>
              <a:solidFill>
                <a:srgbClr val="F9C8B2"/>
              </a:solidFill>
              <a:ln w="9525">
                <a:solidFill>
                  <a:srgbClr val="A73C3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>
                      <m:r>
                        <a:rPr kumimoji="1" lang="zh-CN" alt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sSubSup>
                        <m:sSubSupPr>
                          <m:ctrlPr>
                            <a:rPr kumimoji="1"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kumimoji="1"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𝑇𝑉</m:t>
                          </m:r>
                        </m:sub>
                        <m:sup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𝒮</m:t>
                          </m:r>
                        </m:sup>
                      </m:sSubSup>
                    </m:oMath>
                  </m:oMathPara>
                </a14:m>
                <a:endParaRPr kumimoji="1" lang="zh-CN" altLang="en-US" i="1" dirty="0">
                  <a:solidFill>
                    <a:schemeClr val="tx1"/>
                  </a:solidFill>
                  <a:latin typeface="Comic Sans MS" panose="030F0902030302020204" pitchFamily="66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1081" name="圆角矩形 1080">
                <a:extLst>
                  <a:ext uri="{FF2B5EF4-FFF2-40B4-BE49-F238E27FC236}">
                    <a16:creationId xmlns:a16="http://schemas.microsoft.com/office/drawing/2014/main" id="{9471A959-DC23-245F-AECA-382431AFA6A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56414" y="6813937"/>
                <a:ext cx="783887" cy="505614"/>
              </a:xfrm>
              <a:prstGeom prst="roundRect">
                <a:avLst/>
              </a:prstGeom>
              <a:blipFill>
                <a:blip r:embed="rId29"/>
                <a:stretch>
                  <a:fillRect/>
                </a:stretch>
              </a:blipFill>
              <a:ln w="9525">
                <a:solidFill>
                  <a:srgbClr val="A73C3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82" name="圆角矩形 1081">
                <a:extLst>
                  <a:ext uri="{FF2B5EF4-FFF2-40B4-BE49-F238E27FC236}">
                    <a16:creationId xmlns:a16="http://schemas.microsoft.com/office/drawing/2014/main" id="{EB22EAFD-1EEB-1FC6-DE87-88FF76EB209C}"/>
                  </a:ext>
                </a:extLst>
              </p:cNvPr>
              <p:cNvSpPr/>
              <p:nvPr/>
            </p:nvSpPr>
            <p:spPr>
              <a:xfrm>
                <a:off x="9826233" y="6813937"/>
                <a:ext cx="783887" cy="505614"/>
              </a:xfrm>
              <a:prstGeom prst="roundRect">
                <a:avLst/>
              </a:prstGeom>
              <a:solidFill>
                <a:srgbClr val="F9C8B2"/>
              </a:solidFill>
              <a:ln w="9525">
                <a:solidFill>
                  <a:srgbClr val="A73C3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>
                      <m:r>
                        <a:rPr kumimoji="1" lang="zh-CN" alt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sSubSup>
                        <m:sSubSupPr>
                          <m:ctrlPr>
                            <a:rPr kumimoji="1"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kumimoji="1"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𝐴𝑉</m:t>
                          </m:r>
                        </m:sub>
                        <m:sup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𝒮</m:t>
                          </m:r>
                        </m:sup>
                      </m:sSubSup>
                    </m:oMath>
                  </m:oMathPara>
                </a14:m>
                <a:endParaRPr kumimoji="1" lang="zh-CN" altLang="en-US" i="1" dirty="0">
                  <a:solidFill>
                    <a:schemeClr val="tx1"/>
                  </a:solidFill>
                  <a:latin typeface="Comic Sans MS" panose="030F0902030302020204" pitchFamily="66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1082" name="圆角矩形 1081">
                <a:extLst>
                  <a:ext uri="{FF2B5EF4-FFF2-40B4-BE49-F238E27FC236}">
                    <a16:creationId xmlns:a16="http://schemas.microsoft.com/office/drawing/2014/main" id="{EB22EAFD-1EEB-1FC6-DE87-88FF76EB209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26233" y="6813937"/>
                <a:ext cx="783887" cy="505614"/>
              </a:xfrm>
              <a:prstGeom prst="roundRect">
                <a:avLst/>
              </a:prstGeom>
              <a:blipFill>
                <a:blip r:embed="rId30"/>
                <a:stretch>
                  <a:fillRect/>
                </a:stretch>
              </a:blipFill>
              <a:ln w="9525">
                <a:solidFill>
                  <a:srgbClr val="A73C3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83" name="圆角矩形 1082">
                <a:extLst>
                  <a:ext uri="{FF2B5EF4-FFF2-40B4-BE49-F238E27FC236}">
                    <a16:creationId xmlns:a16="http://schemas.microsoft.com/office/drawing/2014/main" id="{7DFC3F64-80BD-A70C-8EE5-265D9D86FAA6}"/>
                  </a:ext>
                </a:extLst>
              </p:cNvPr>
              <p:cNvSpPr/>
              <p:nvPr/>
            </p:nvSpPr>
            <p:spPr>
              <a:xfrm>
                <a:off x="11093987" y="6813937"/>
                <a:ext cx="783887" cy="505614"/>
              </a:xfrm>
              <a:prstGeom prst="roundRect">
                <a:avLst/>
              </a:prstGeom>
              <a:solidFill>
                <a:srgbClr val="F9C8B2"/>
              </a:solidFill>
              <a:ln w="9525">
                <a:solidFill>
                  <a:srgbClr val="A73C3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>
                      <m:r>
                        <a:rPr kumimoji="1" lang="zh-CN" alt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sSubSup>
                        <m:sSubSupPr>
                          <m:ctrlPr>
                            <a:rPr kumimoji="1"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kumimoji="1"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𝑇𝐴𝑉</m:t>
                          </m:r>
                        </m:sub>
                        <m:sup>
                          <m:r>
                            <a:rPr kumimoji="1"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sup>
                      </m:sSubSup>
                    </m:oMath>
                  </m:oMathPara>
                </a14:m>
                <a:endParaRPr kumimoji="1" lang="zh-CN" altLang="en-US" i="1" dirty="0">
                  <a:solidFill>
                    <a:schemeClr val="tx1"/>
                  </a:solidFill>
                  <a:latin typeface="Comic Sans MS" panose="030F0902030302020204" pitchFamily="66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1083" name="圆角矩形 1082">
                <a:extLst>
                  <a:ext uri="{FF2B5EF4-FFF2-40B4-BE49-F238E27FC236}">
                    <a16:creationId xmlns:a16="http://schemas.microsoft.com/office/drawing/2014/main" id="{7DFC3F64-80BD-A70C-8EE5-265D9D86FAA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93987" y="6813937"/>
                <a:ext cx="783887" cy="505614"/>
              </a:xfrm>
              <a:prstGeom prst="roundRect">
                <a:avLst/>
              </a:prstGeom>
              <a:blipFill>
                <a:blip r:embed="rId31"/>
                <a:stretch>
                  <a:fillRect l="-1587"/>
                </a:stretch>
              </a:blipFill>
              <a:ln w="9525">
                <a:solidFill>
                  <a:srgbClr val="A73C3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91" name="圆角矩形 1090">
            <a:extLst>
              <a:ext uri="{FF2B5EF4-FFF2-40B4-BE49-F238E27FC236}">
                <a16:creationId xmlns:a16="http://schemas.microsoft.com/office/drawing/2014/main" id="{4932DEF1-6276-9EB5-FF2E-EFEEA6C211E6}"/>
              </a:ext>
            </a:extLst>
          </p:cNvPr>
          <p:cNvSpPr/>
          <p:nvPr/>
        </p:nvSpPr>
        <p:spPr>
          <a:xfrm>
            <a:off x="12143030" y="6179456"/>
            <a:ext cx="1395737" cy="898738"/>
          </a:xfrm>
          <a:prstGeom prst="roundRect">
            <a:avLst/>
          </a:prstGeom>
          <a:solidFill>
            <a:srgbClr val="E9E9A2"/>
          </a:solidFill>
          <a:ln w="9525">
            <a:solidFill>
              <a:srgbClr val="78792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" altLang="zh-CN" sz="1600" dirty="0">
                <a:solidFill>
                  <a:schemeClr val="tx1"/>
                </a:solidFill>
                <a:latin typeface="Comic Sans MS" panose="030F0902030302020204" pitchFamily="66" charset="0"/>
              </a:rPr>
              <a:t>uniform coefficient</a:t>
            </a:r>
            <a:endParaRPr lang="zh-CN" altLang="zh-CN" sz="1600" dirty="0">
              <a:solidFill>
                <a:schemeClr val="tx1"/>
              </a:solidFill>
              <a:latin typeface="Comic Sans MS" panose="030F0902030302020204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92" name="文本框 700">
                <a:extLst>
                  <a:ext uri="{FF2B5EF4-FFF2-40B4-BE49-F238E27FC236}">
                    <a16:creationId xmlns:a16="http://schemas.microsoft.com/office/drawing/2014/main" id="{92B6A815-4FDD-58FA-9870-2D6792E0C166}"/>
                  </a:ext>
                </a:extLst>
              </p:cNvPr>
              <p:cNvSpPr txBox="1"/>
              <p:nvPr/>
            </p:nvSpPr>
            <p:spPr>
              <a:xfrm>
                <a:off x="2125813" y="5984948"/>
                <a:ext cx="127669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kumimoji="1" lang="en-US" altLang="zh-CN" sz="1600" dirty="0">
                    <a:latin typeface="Comic Sans MS" panose="030F0902030302020204" pitchFamily="66" charset="0"/>
                  </a:rPr>
                  <a:t>Teacher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zh-CN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sz="200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p>
                        <m:r>
                          <a:rPr kumimoji="1" lang="en-US" altLang="zh-CN" sz="20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endParaRPr kumimoji="1" lang="zh-CN" altLang="en-US" sz="1600" i="1" dirty="0">
                  <a:latin typeface="Comic Sans MS" panose="030F0902030302020204" pitchFamily="66" charset="0"/>
                </a:endParaRPr>
              </a:p>
            </p:txBody>
          </p:sp>
        </mc:Choice>
        <mc:Fallback>
          <p:sp>
            <p:nvSpPr>
              <p:cNvPr id="1092" name="文本框 700">
                <a:extLst>
                  <a:ext uri="{FF2B5EF4-FFF2-40B4-BE49-F238E27FC236}">
                    <a16:creationId xmlns:a16="http://schemas.microsoft.com/office/drawing/2014/main" id="{92B6A815-4FDD-58FA-9870-2D6792E0C1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5813" y="5984948"/>
                <a:ext cx="1276696" cy="400110"/>
              </a:xfrm>
              <a:prstGeom prst="rect">
                <a:avLst/>
              </a:prstGeom>
              <a:blipFill>
                <a:blip r:embed="rId32"/>
                <a:stretch>
                  <a:fillRect l="-2970" b="-156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93" name="文本框 701">
                <a:extLst>
                  <a:ext uri="{FF2B5EF4-FFF2-40B4-BE49-F238E27FC236}">
                    <a16:creationId xmlns:a16="http://schemas.microsoft.com/office/drawing/2014/main" id="{A17EA8D6-2980-B468-4F13-6E8DCF2EBE2B}"/>
                  </a:ext>
                </a:extLst>
              </p:cNvPr>
              <p:cNvSpPr txBox="1"/>
              <p:nvPr/>
            </p:nvSpPr>
            <p:spPr>
              <a:xfrm>
                <a:off x="2159393" y="6866299"/>
                <a:ext cx="123578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kumimoji="1" lang="en-US" altLang="zh-CN" sz="1600" dirty="0">
                    <a:latin typeface="Comic Sans MS" panose="030F0902030302020204" pitchFamily="66" charset="0"/>
                  </a:rPr>
                  <a:t>Student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zh-CN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sz="200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p>
                        <m:r>
                          <m:rPr>
                            <m:sty m:val="p"/>
                          </m:rPr>
                          <a:rPr kumimoji="1" lang="en-US" altLang="zh-CN" sz="2000" i="1">
                            <a:latin typeface="Cambria Math" panose="02040503050406030204" pitchFamily="18" charset="0"/>
                          </a:rPr>
                          <m:t>s</m:t>
                        </m:r>
                      </m:sup>
                    </m:sSup>
                  </m:oMath>
                </a14:m>
                <a:endParaRPr kumimoji="1" lang="zh-CN" altLang="en-US" sz="1600" i="1" dirty="0">
                  <a:latin typeface="Comic Sans MS" panose="030F0902030302020204" pitchFamily="66" charset="0"/>
                </a:endParaRPr>
              </a:p>
            </p:txBody>
          </p:sp>
        </mc:Choice>
        <mc:Fallback>
          <p:sp>
            <p:nvSpPr>
              <p:cNvPr id="1093" name="文本框 701">
                <a:extLst>
                  <a:ext uri="{FF2B5EF4-FFF2-40B4-BE49-F238E27FC236}">
                    <a16:creationId xmlns:a16="http://schemas.microsoft.com/office/drawing/2014/main" id="{A17EA8D6-2980-B468-4F13-6E8DCF2EBE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9393" y="6866299"/>
                <a:ext cx="1235788" cy="400110"/>
              </a:xfrm>
              <a:prstGeom prst="rect">
                <a:avLst/>
              </a:prstGeom>
              <a:blipFill>
                <a:blip r:embed="rId33"/>
                <a:stretch>
                  <a:fillRect l="-2020" b="-121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直线箭头连接符 7">
            <a:extLst>
              <a:ext uri="{FF2B5EF4-FFF2-40B4-BE49-F238E27FC236}">
                <a16:creationId xmlns:a16="http://schemas.microsoft.com/office/drawing/2014/main" id="{CC563B9B-C85D-0697-45AF-8A2D3D3E1B7D}"/>
              </a:ext>
            </a:extLst>
          </p:cNvPr>
          <p:cNvCxnSpPr>
            <a:stCxn id="1070" idx="2"/>
            <a:endCxn id="1077" idx="0"/>
          </p:cNvCxnSpPr>
          <p:nvPr/>
        </p:nvCxnSpPr>
        <p:spPr>
          <a:xfrm>
            <a:off x="3869070" y="6437144"/>
            <a:ext cx="0" cy="379358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线箭头连接符 10">
            <a:extLst>
              <a:ext uri="{FF2B5EF4-FFF2-40B4-BE49-F238E27FC236}">
                <a16:creationId xmlns:a16="http://schemas.microsoft.com/office/drawing/2014/main" id="{F025C849-2D84-D72A-9A2D-0D62205F7844}"/>
              </a:ext>
            </a:extLst>
          </p:cNvPr>
          <p:cNvCxnSpPr>
            <a:cxnSpLocks/>
            <a:stCxn id="1071" idx="2"/>
            <a:endCxn id="1078" idx="0"/>
          </p:cNvCxnSpPr>
          <p:nvPr/>
        </p:nvCxnSpPr>
        <p:spPr>
          <a:xfrm>
            <a:off x="5138892" y="6434579"/>
            <a:ext cx="0" cy="379358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直线箭头连接符 14">
            <a:extLst>
              <a:ext uri="{FF2B5EF4-FFF2-40B4-BE49-F238E27FC236}">
                <a16:creationId xmlns:a16="http://schemas.microsoft.com/office/drawing/2014/main" id="{98E9889E-0182-EDF5-2291-4892FEFB360B}"/>
              </a:ext>
            </a:extLst>
          </p:cNvPr>
          <p:cNvCxnSpPr>
            <a:cxnSpLocks/>
            <a:stCxn id="1072" idx="2"/>
            <a:endCxn id="1079" idx="0"/>
          </p:cNvCxnSpPr>
          <p:nvPr/>
        </p:nvCxnSpPr>
        <p:spPr>
          <a:xfrm>
            <a:off x="6408714" y="6434579"/>
            <a:ext cx="0" cy="379358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直线箭头连接符 17">
            <a:extLst>
              <a:ext uri="{FF2B5EF4-FFF2-40B4-BE49-F238E27FC236}">
                <a16:creationId xmlns:a16="http://schemas.microsoft.com/office/drawing/2014/main" id="{71FBF0AC-08DA-5714-B474-6A9F41BDDD67}"/>
              </a:ext>
            </a:extLst>
          </p:cNvPr>
          <p:cNvCxnSpPr>
            <a:cxnSpLocks/>
            <a:stCxn id="1073" idx="2"/>
            <a:endCxn id="1080" idx="0"/>
          </p:cNvCxnSpPr>
          <p:nvPr/>
        </p:nvCxnSpPr>
        <p:spPr>
          <a:xfrm>
            <a:off x="7678535" y="6434579"/>
            <a:ext cx="0" cy="379358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直线箭头连接符 21">
            <a:extLst>
              <a:ext uri="{FF2B5EF4-FFF2-40B4-BE49-F238E27FC236}">
                <a16:creationId xmlns:a16="http://schemas.microsoft.com/office/drawing/2014/main" id="{98E9889E-0182-EDF5-2291-4892FEFB360B}"/>
              </a:ext>
            </a:extLst>
          </p:cNvPr>
          <p:cNvCxnSpPr>
            <a:cxnSpLocks/>
            <a:stCxn id="1074" idx="2"/>
            <a:endCxn id="1081" idx="0"/>
          </p:cNvCxnSpPr>
          <p:nvPr/>
        </p:nvCxnSpPr>
        <p:spPr>
          <a:xfrm>
            <a:off x="8948355" y="6434579"/>
            <a:ext cx="0" cy="379358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直线箭头连接符 25">
            <a:extLst>
              <a:ext uri="{FF2B5EF4-FFF2-40B4-BE49-F238E27FC236}">
                <a16:creationId xmlns:a16="http://schemas.microsoft.com/office/drawing/2014/main" id="{FA7D277F-9981-E7F1-A13E-8BA79942A27C}"/>
              </a:ext>
            </a:extLst>
          </p:cNvPr>
          <p:cNvCxnSpPr>
            <a:cxnSpLocks/>
            <a:stCxn id="1075" idx="2"/>
            <a:endCxn id="1082" idx="0"/>
          </p:cNvCxnSpPr>
          <p:nvPr/>
        </p:nvCxnSpPr>
        <p:spPr>
          <a:xfrm>
            <a:off x="10218174" y="6434579"/>
            <a:ext cx="0" cy="379358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直线箭头连接符 28">
            <a:extLst>
              <a:ext uri="{FF2B5EF4-FFF2-40B4-BE49-F238E27FC236}">
                <a16:creationId xmlns:a16="http://schemas.microsoft.com/office/drawing/2014/main" id="{9014682C-5BA2-AD2F-A9EA-4C1C699AA856}"/>
              </a:ext>
            </a:extLst>
          </p:cNvPr>
          <p:cNvCxnSpPr>
            <a:cxnSpLocks/>
            <a:stCxn id="1076" idx="2"/>
            <a:endCxn id="1083" idx="0"/>
          </p:cNvCxnSpPr>
          <p:nvPr/>
        </p:nvCxnSpPr>
        <p:spPr>
          <a:xfrm>
            <a:off x="11485928" y="6434579"/>
            <a:ext cx="0" cy="379358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直线连接符 32">
            <a:extLst>
              <a:ext uri="{FF2B5EF4-FFF2-40B4-BE49-F238E27FC236}">
                <a16:creationId xmlns:a16="http://schemas.microsoft.com/office/drawing/2014/main" id="{A9FD10D3-558A-94F4-320F-727EC78DE1C8}"/>
              </a:ext>
            </a:extLst>
          </p:cNvPr>
          <p:cNvCxnSpPr>
            <a:cxnSpLocks/>
            <a:stCxn id="989" idx="0"/>
            <a:endCxn id="996" idx="2"/>
          </p:cNvCxnSpPr>
          <p:nvPr/>
        </p:nvCxnSpPr>
        <p:spPr>
          <a:xfrm flipH="1" flipV="1">
            <a:off x="7282014" y="4401492"/>
            <a:ext cx="4059" cy="28369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直线连接符 35">
            <a:extLst>
              <a:ext uri="{FF2B5EF4-FFF2-40B4-BE49-F238E27FC236}">
                <a16:creationId xmlns:a16="http://schemas.microsoft.com/office/drawing/2014/main" id="{146F5877-DEB6-941C-1215-1C7B1BD1D9B5}"/>
              </a:ext>
            </a:extLst>
          </p:cNvPr>
          <p:cNvCxnSpPr>
            <a:cxnSpLocks/>
            <a:stCxn id="989" idx="0"/>
            <a:endCxn id="997" idx="2"/>
          </p:cNvCxnSpPr>
          <p:nvPr/>
        </p:nvCxnSpPr>
        <p:spPr>
          <a:xfrm flipV="1">
            <a:off x="7286073" y="4400992"/>
            <a:ext cx="763335" cy="2841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直线连接符 38">
            <a:extLst>
              <a:ext uri="{FF2B5EF4-FFF2-40B4-BE49-F238E27FC236}">
                <a16:creationId xmlns:a16="http://schemas.microsoft.com/office/drawing/2014/main" id="{CEB86E73-6B9E-AC39-A687-5CDD3AC28295}"/>
              </a:ext>
            </a:extLst>
          </p:cNvPr>
          <p:cNvCxnSpPr>
            <a:cxnSpLocks/>
            <a:stCxn id="996" idx="2"/>
            <a:endCxn id="990" idx="0"/>
          </p:cNvCxnSpPr>
          <p:nvPr/>
        </p:nvCxnSpPr>
        <p:spPr>
          <a:xfrm>
            <a:off x="7282011" y="4401495"/>
            <a:ext cx="767394" cy="28319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直线连接符 41">
            <a:extLst>
              <a:ext uri="{FF2B5EF4-FFF2-40B4-BE49-F238E27FC236}">
                <a16:creationId xmlns:a16="http://schemas.microsoft.com/office/drawing/2014/main" id="{146F5877-DEB6-941C-1215-1C7B1BD1D9B5}"/>
              </a:ext>
            </a:extLst>
          </p:cNvPr>
          <p:cNvCxnSpPr>
            <a:cxnSpLocks/>
            <a:stCxn id="990" idx="0"/>
            <a:endCxn id="998" idx="2"/>
          </p:cNvCxnSpPr>
          <p:nvPr/>
        </p:nvCxnSpPr>
        <p:spPr>
          <a:xfrm flipV="1">
            <a:off x="8049408" y="4400635"/>
            <a:ext cx="766561" cy="28405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直线连接符 44">
            <a:extLst>
              <a:ext uri="{FF2B5EF4-FFF2-40B4-BE49-F238E27FC236}">
                <a16:creationId xmlns:a16="http://schemas.microsoft.com/office/drawing/2014/main" id="{146F5877-DEB6-941C-1215-1C7B1BD1D9B5}"/>
              </a:ext>
            </a:extLst>
          </p:cNvPr>
          <p:cNvCxnSpPr>
            <a:cxnSpLocks/>
            <a:stCxn id="993" idx="0"/>
            <a:endCxn id="998" idx="2"/>
          </p:cNvCxnSpPr>
          <p:nvPr/>
        </p:nvCxnSpPr>
        <p:spPr>
          <a:xfrm flipV="1">
            <a:off x="8815966" y="4400632"/>
            <a:ext cx="0" cy="28455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直线连接符 47">
            <a:extLst>
              <a:ext uri="{FF2B5EF4-FFF2-40B4-BE49-F238E27FC236}">
                <a16:creationId xmlns:a16="http://schemas.microsoft.com/office/drawing/2014/main" id="{146F5877-DEB6-941C-1215-1C7B1BD1D9B5}"/>
              </a:ext>
            </a:extLst>
          </p:cNvPr>
          <p:cNvCxnSpPr>
            <a:cxnSpLocks/>
            <a:stCxn id="993" idx="0"/>
            <a:endCxn id="997" idx="2"/>
          </p:cNvCxnSpPr>
          <p:nvPr/>
        </p:nvCxnSpPr>
        <p:spPr>
          <a:xfrm flipH="1" flipV="1">
            <a:off x="8049408" y="4400992"/>
            <a:ext cx="766561" cy="2841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直线连接符 51">
            <a:extLst>
              <a:ext uri="{FF2B5EF4-FFF2-40B4-BE49-F238E27FC236}">
                <a16:creationId xmlns:a16="http://schemas.microsoft.com/office/drawing/2014/main" id="{8ED6B620-F8E0-6054-A84F-328C9F17AAE2}"/>
              </a:ext>
            </a:extLst>
          </p:cNvPr>
          <p:cNvCxnSpPr>
            <a:cxnSpLocks/>
            <a:stCxn id="996" idx="0"/>
            <a:endCxn id="995" idx="2"/>
          </p:cNvCxnSpPr>
          <p:nvPr/>
        </p:nvCxnSpPr>
        <p:spPr>
          <a:xfrm flipV="1">
            <a:off x="7282011" y="3396083"/>
            <a:ext cx="768754" cy="28178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直线连接符 54">
            <a:extLst>
              <a:ext uri="{FF2B5EF4-FFF2-40B4-BE49-F238E27FC236}">
                <a16:creationId xmlns:a16="http://schemas.microsoft.com/office/drawing/2014/main" id="{146F5877-DEB6-941C-1215-1C7B1BD1D9B5}"/>
              </a:ext>
            </a:extLst>
          </p:cNvPr>
          <p:cNvCxnSpPr>
            <a:cxnSpLocks/>
            <a:stCxn id="997" idx="0"/>
            <a:endCxn id="995" idx="2"/>
          </p:cNvCxnSpPr>
          <p:nvPr/>
        </p:nvCxnSpPr>
        <p:spPr>
          <a:xfrm flipV="1">
            <a:off x="8049405" y="3396080"/>
            <a:ext cx="1360" cy="2812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直线连接符 57">
            <a:extLst>
              <a:ext uri="{FF2B5EF4-FFF2-40B4-BE49-F238E27FC236}">
                <a16:creationId xmlns:a16="http://schemas.microsoft.com/office/drawing/2014/main" id="{146F5877-DEB6-941C-1215-1C7B1BD1D9B5}"/>
              </a:ext>
            </a:extLst>
          </p:cNvPr>
          <p:cNvCxnSpPr>
            <a:cxnSpLocks/>
            <a:stCxn id="998" idx="0"/>
            <a:endCxn id="995" idx="2"/>
          </p:cNvCxnSpPr>
          <p:nvPr/>
        </p:nvCxnSpPr>
        <p:spPr>
          <a:xfrm flipH="1" flipV="1">
            <a:off x="8050768" y="3396083"/>
            <a:ext cx="765201" cy="28092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3" name="圆角矩形 792">
            <a:extLst>
              <a:ext uri="{FF2B5EF4-FFF2-40B4-BE49-F238E27FC236}">
                <a16:creationId xmlns:a16="http://schemas.microsoft.com/office/drawing/2014/main" id="{79728D83-F017-0AA9-7CDC-2D39F6D00B2E}"/>
              </a:ext>
            </a:extLst>
          </p:cNvPr>
          <p:cNvSpPr/>
          <p:nvPr/>
        </p:nvSpPr>
        <p:spPr>
          <a:xfrm>
            <a:off x="3669385" y="106307"/>
            <a:ext cx="2982686" cy="5606778"/>
          </a:xfrm>
          <a:prstGeom prst="roundRect">
            <a:avLst>
              <a:gd name="adj" fmla="val 8333"/>
            </a:avLst>
          </a:prstGeom>
          <a:solidFill>
            <a:srgbClr val="FFFBEC"/>
          </a:solidFill>
          <a:ln w="12700">
            <a:solidFill>
              <a:srgbClr val="D4782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 sz="1776" i="1">
              <a:solidFill>
                <a:schemeClr val="tx1"/>
              </a:solidFill>
              <a:latin typeface="Comic Sans MS" panose="030F0902030302020204" pitchFamily="66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94" name="文本框 100">
                <a:extLst>
                  <a:ext uri="{FF2B5EF4-FFF2-40B4-BE49-F238E27FC236}">
                    <a16:creationId xmlns:a16="http://schemas.microsoft.com/office/drawing/2014/main" id="{38E073D6-C009-591A-6C64-5F6C549852B7}"/>
                  </a:ext>
                </a:extLst>
              </p:cNvPr>
              <p:cNvSpPr txBox="1"/>
              <p:nvPr/>
            </p:nvSpPr>
            <p:spPr>
              <a:xfrm>
                <a:off x="3950549" y="1375653"/>
                <a:ext cx="481093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4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kumimoji="1" lang="en-US" altLang="zh-CN" sz="1400" i="1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kumimoji="1" lang="en-US" altLang="zh-CN" sz="14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sz="1400" i="1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kumimoji="1" lang="en-US" altLang="zh-CN" sz="14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en-US" altLang="zh-CN" sz="1400" i="1" dirty="0">
                  <a:latin typeface="Comic Sans MS" panose="030F0902030302020204" pitchFamily="66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94" name="文本框 100">
                <a:extLst>
                  <a:ext uri="{FF2B5EF4-FFF2-40B4-BE49-F238E27FC236}">
                    <a16:creationId xmlns:a16="http://schemas.microsoft.com/office/drawing/2014/main" id="{38E073D6-C009-591A-6C64-5F6C549852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0549" y="1375653"/>
                <a:ext cx="481093" cy="215444"/>
              </a:xfrm>
              <a:prstGeom prst="rect">
                <a:avLst/>
              </a:prstGeom>
              <a:blipFill>
                <a:blip r:embed="rId34"/>
                <a:stretch>
                  <a:fillRect l="-13158" r="-13158" b="-3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5" name="文本框 101">
                <a:extLst>
                  <a:ext uri="{FF2B5EF4-FFF2-40B4-BE49-F238E27FC236}">
                    <a16:creationId xmlns:a16="http://schemas.microsoft.com/office/drawing/2014/main" id="{E3751FC8-BF13-CC51-5345-0B3F50D7FE24}"/>
                  </a:ext>
                </a:extLst>
              </p:cNvPr>
              <p:cNvSpPr txBox="1"/>
              <p:nvPr/>
            </p:nvSpPr>
            <p:spPr>
              <a:xfrm>
                <a:off x="4929213" y="1373538"/>
                <a:ext cx="485261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4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kumimoji="1" lang="en-US" altLang="zh-CN" sz="1400" i="1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kumimoji="1" lang="en-US" altLang="zh-CN" sz="14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sz="1400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kumimoji="1" lang="en-US" altLang="zh-CN" sz="14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en-US" altLang="zh-CN" sz="1400" i="1" dirty="0">
                  <a:latin typeface="Comic Sans MS" panose="030F0902030302020204" pitchFamily="66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95" name="文本框 101">
                <a:extLst>
                  <a:ext uri="{FF2B5EF4-FFF2-40B4-BE49-F238E27FC236}">
                    <a16:creationId xmlns:a16="http://schemas.microsoft.com/office/drawing/2014/main" id="{E3751FC8-BF13-CC51-5345-0B3F50D7FE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9213" y="1373538"/>
                <a:ext cx="485261" cy="215444"/>
              </a:xfrm>
              <a:prstGeom prst="rect">
                <a:avLst/>
              </a:prstGeom>
              <a:blipFill>
                <a:blip r:embed="rId35"/>
                <a:stretch>
                  <a:fillRect l="-12821" t="-5556" r="-10256" b="-3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6" name="文本框 102">
                <a:extLst>
                  <a:ext uri="{FF2B5EF4-FFF2-40B4-BE49-F238E27FC236}">
                    <a16:creationId xmlns:a16="http://schemas.microsoft.com/office/drawing/2014/main" id="{1769B2AD-4653-53E9-8469-E3BE679FE37F}"/>
                  </a:ext>
                </a:extLst>
              </p:cNvPr>
              <p:cNvSpPr txBox="1"/>
              <p:nvPr/>
            </p:nvSpPr>
            <p:spPr>
              <a:xfrm>
                <a:off x="5910812" y="1375653"/>
                <a:ext cx="487634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4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kumimoji="1" lang="en-US" altLang="zh-CN" sz="1400" i="1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kumimoji="1" lang="en-US" altLang="zh-CN" sz="14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sz="1400" i="1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kumimoji="1" lang="en-US" altLang="zh-CN" sz="14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en-US" altLang="zh-CN" sz="1400" i="1" dirty="0">
                  <a:latin typeface="Comic Sans MS" panose="030F0902030302020204" pitchFamily="66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96" name="文本框 102">
                <a:extLst>
                  <a:ext uri="{FF2B5EF4-FFF2-40B4-BE49-F238E27FC236}">
                    <a16:creationId xmlns:a16="http://schemas.microsoft.com/office/drawing/2014/main" id="{1769B2AD-4653-53E9-8469-E3BE679FE3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0812" y="1375653"/>
                <a:ext cx="487634" cy="215444"/>
              </a:xfrm>
              <a:prstGeom prst="rect">
                <a:avLst/>
              </a:prstGeom>
              <a:blipFill>
                <a:blip r:embed="rId36"/>
                <a:stretch>
                  <a:fillRect l="-12500" r="-10000" b="-3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97" name="圆角矩形 796">
            <a:extLst>
              <a:ext uri="{FF2B5EF4-FFF2-40B4-BE49-F238E27FC236}">
                <a16:creationId xmlns:a16="http://schemas.microsoft.com/office/drawing/2014/main" id="{622FD022-BEF2-5A79-3B85-BF87502CAC65}"/>
              </a:ext>
            </a:extLst>
          </p:cNvPr>
          <p:cNvSpPr/>
          <p:nvPr/>
        </p:nvSpPr>
        <p:spPr>
          <a:xfrm>
            <a:off x="5965269" y="964437"/>
            <a:ext cx="356459" cy="356459"/>
          </a:xfrm>
          <a:prstGeom prst="roundRect">
            <a:avLst>
              <a:gd name="adj" fmla="val 38639"/>
            </a:avLst>
          </a:prstGeom>
          <a:solidFill>
            <a:srgbClr val="7BCD9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Comic Sans MS" panose="030F0902030302020204" pitchFamily="66" charset="0"/>
                <a:cs typeface="Arial" panose="020B0604020202020204" pitchFamily="34" charset="0"/>
              </a:rPr>
              <a:t>V</a:t>
            </a:r>
            <a:endParaRPr kumimoji="1" lang="zh-CN" altLang="en-US" dirty="0">
              <a:solidFill>
                <a:schemeClr val="tx1"/>
              </a:solidFill>
              <a:latin typeface="Comic Sans MS" panose="030F0902030302020204" pitchFamily="66" charset="0"/>
              <a:cs typeface="Arial" panose="020B0604020202020204" pitchFamily="34" charset="0"/>
            </a:endParaRPr>
          </a:p>
        </p:txBody>
      </p:sp>
      <p:sp>
        <p:nvSpPr>
          <p:cNvPr id="798" name="圆角矩形 797">
            <a:extLst>
              <a:ext uri="{FF2B5EF4-FFF2-40B4-BE49-F238E27FC236}">
                <a16:creationId xmlns:a16="http://schemas.microsoft.com/office/drawing/2014/main" id="{E96036DC-B39E-B281-A691-9677F4B54F1A}"/>
              </a:ext>
            </a:extLst>
          </p:cNvPr>
          <p:cNvSpPr/>
          <p:nvPr/>
        </p:nvSpPr>
        <p:spPr>
          <a:xfrm>
            <a:off x="3814830" y="924784"/>
            <a:ext cx="730334" cy="723629"/>
          </a:xfrm>
          <a:prstGeom prst="roundRect">
            <a:avLst/>
          </a:prstGeom>
          <a:solidFill>
            <a:schemeClr val="bg1"/>
          </a:solidFill>
          <a:ln w="9525">
            <a:solidFill>
              <a:srgbClr val="D4782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 sz="1776" i="1">
              <a:solidFill>
                <a:schemeClr val="tx1"/>
              </a:solidFill>
              <a:latin typeface="Comic Sans MS" panose="030F0902030302020204" pitchFamily="66" charset="0"/>
              <a:cs typeface="Arial" panose="020B0604020202020204" pitchFamily="34" charset="0"/>
            </a:endParaRPr>
          </a:p>
        </p:txBody>
      </p:sp>
      <p:sp>
        <p:nvSpPr>
          <p:cNvPr id="799" name="圆角矩形 798">
            <a:extLst>
              <a:ext uri="{FF2B5EF4-FFF2-40B4-BE49-F238E27FC236}">
                <a16:creationId xmlns:a16="http://schemas.microsoft.com/office/drawing/2014/main" id="{53D91923-6ED9-4A01-A107-7A1FDFA3596A}"/>
              </a:ext>
            </a:extLst>
          </p:cNvPr>
          <p:cNvSpPr/>
          <p:nvPr/>
        </p:nvSpPr>
        <p:spPr>
          <a:xfrm>
            <a:off x="4795546" y="924784"/>
            <a:ext cx="730334" cy="723629"/>
          </a:xfrm>
          <a:prstGeom prst="roundRect">
            <a:avLst/>
          </a:prstGeom>
          <a:solidFill>
            <a:schemeClr val="bg1"/>
          </a:solidFill>
          <a:ln w="9525">
            <a:solidFill>
              <a:srgbClr val="D4782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 sz="1776" i="1">
              <a:solidFill>
                <a:schemeClr val="tx1"/>
              </a:solidFill>
              <a:latin typeface="Comic Sans MS" panose="030F0902030302020204" pitchFamily="66" charset="0"/>
              <a:cs typeface="Arial" panose="020B0604020202020204" pitchFamily="34" charset="0"/>
            </a:endParaRPr>
          </a:p>
        </p:txBody>
      </p:sp>
      <p:sp>
        <p:nvSpPr>
          <p:cNvPr id="800" name="圆角矩形 799">
            <a:extLst>
              <a:ext uri="{FF2B5EF4-FFF2-40B4-BE49-F238E27FC236}">
                <a16:creationId xmlns:a16="http://schemas.microsoft.com/office/drawing/2014/main" id="{04B24FFB-A0C8-E2F9-7745-C8BC501DD788}"/>
              </a:ext>
            </a:extLst>
          </p:cNvPr>
          <p:cNvSpPr/>
          <p:nvPr/>
        </p:nvSpPr>
        <p:spPr>
          <a:xfrm>
            <a:off x="5778324" y="924784"/>
            <a:ext cx="730334" cy="723629"/>
          </a:xfrm>
          <a:prstGeom prst="roundRect">
            <a:avLst/>
          </a:prstGeom>
          <a:solidFill>
            <a:schemeClr val="bg1"/>
          </a:solidFill>
          <a:ln w="9525">
            <a:solidFill>
              <a:srgbClr val="D4782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 sz="1776" i="1">
              <a:solidFill>
                <a:schemeClr val="tx1"/>
              </a:solidFill>
              <a:latin typeface="Comic Sans MS" panose="030F0902030302020204" pitchFamily="66" charset="0"/>
              <a:cs typeface="Arial" panose="020B0604020202020204" pitchFamily="34" charset="0"/>
            </a:endParaRPr>
          </a:p>
        </p:txBody>
      </p:sp>
      <p:sp>
        <p:nvSpPr>
          <p:cNvPr id="801" name="圆角矩形 800">
            <a:extLst>
              <a:ext uri="{FF2B5EF4-FFF2-40B4-BE49-F238E27FC236}">
                <a16:creationId xmlns:a16="http://schemas.microsoft.com/office/drawing/2014/main" id="{BD820477-18AF-0A64-658A-D9AB65414908}"/>
              </a:ext>
            </a:extLst>
          </p:cNvPr>
          <p:cNvSpPr/>
          <p:nvPr/>
        </p:nvSpPr>
        <p:spPr>
          <a:xfrm>
            <a:off x="3747548" y="508654"/>
            <a:ext cx="2819985" cy="2473728"/>
          </a:xfrm>
          <a:prstGeom prst="roundRect">
            <a:avLst>
              <a:gd name="adj" fmla="val 8333"/>
            </a:avLst>
          </a:prstGeom>
          <a:solidFill>
            <a:srgbClr val="FFFBEC"/>
          </a:solidFill>
          <a:ln w="12700">
            <a:solidFill>
              <a:srgbClr val="D4782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 sz="1776" i="1">
              <a:solidFill>
                <a:schemeClr val="tx1"/>
              </a:solidFill>
              <a:latin typeface="Comic Sans MS" panose="030F0902030302020204" pitchFamily="66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02" name="文本框 83">
                <a:extLst>
                  <a:ext uri="{FF2B5EF4-FFF2-40B4-BE49-F238E27FC236}">
                    <a16:creationId xmlns:a16="http://schemas.microsoft.com/office/drawing/2014/main" id="{11AE6F22-588F-FF5C-4BF4-4B09E13C85B7}"/>
                  </a:ext>
                </a:extLst>
              </p:cNvPr>
              <p:cNvSpPr txBox="1"/>
              <p:nvPr/>
            </p:nvSpPr>
            <p:spPr>
              <a:xfrm>
                <a:off x="3912341" y="518823"/>
                <a:ext cx="2586927" cy="34297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kumimoji="1" lang="en-US" altLang="zh-CN" sz="1600" b="1" dirty="0">
                    <a:latin typeface="Comic Sans MS" panose="030F0902030302020204" pitchFamily="66" charset="0"/>
                    <a:cs typeface="Arial" panose="020B0604020202020204" pitchFamily="34" charset="0"/>
                  </a:rPr>
                  <a:t>Teacher</a:t>
                </a:r>
                <a:r>
                  <a:rPr kumimoji="1" lang="zh-CN" altLang="en-US" sz="1600" b="1" dirty="0">
                    <a:latin typeface="Comic Sans MS" panose="030F0902030302020204" pitchFamily="66" charset="0"/>
                    <a:cs typeface="Arial" panose="020B0604020202020204" pitchFamily="34" charset="0"/>
                  </a:rPr>
                  <a:t> </a:t>
                </a:r>
                <a:r>
                  <a:rPr kumimoji="1" lang="en-US" altLang="zh-CN" sz="1600" b="1" dirty="0">
                    <a:latin typeface="Comic Sans MS" panose="030F0902030302020204" pitchFamily="66" charset="0"/>
                    <a:cs typeface="Arial" panose="020B0604020202020204" pitchFamily="34" charset="0"/>
                  </a:rPr>
                  <a:t>Responses</a:t>
                </a:r>
                <a:r>
                  <a:rPr kumimoji="1" lang="zh-CN" altLang="en-US" sz="1600" b="1" dirty="0">
                    <a:latin typeface="Comic Sans MS" panose="030F0902030302020204" pitchFamily="66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b="1" i="1"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  <m:sup>
                        <m:r>
                          <a:rPr lang="en-US" altLang="zh-CN" sz="1600" b="1" i="1">
                            <a:latin typeface="Cambria Math" panose="02040503050406030204" pitchFamily="18" charset="0"/>
                          </a:rPr>
                          <m:t>𝓣</m:t>
                        </m:r>
                      </m:sup>
                    </m:sSup>
                    <m:d>
                      <m:dPr>
                        <m:ctrlPr>
                          <a:rPr lang="en-US" altLang="zh-CN" sz="16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1" i="1"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</m:d>
                  </m:oMath>
                </a14:m>
                <a:endParaRPr kumimoji="1" lang="zh-CN" altLang="en-US" sz="1600" b="1" i="1" dirty="0">
                  <a:latin typeface="Comic Sans MS" panose="030F0902030302020204" pitchFamily="66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802" name="文本框 83">
                <a:extLst>
                  <a:ext uri="{FF2B5EF4-FFF2-40B4-BE49-F238E27FC236}">
                    <a16:creationId xmlns:a16="http://schemas.microsoft.com/office/drawing/2014/main" id="{11AE6F22-588F-FF5C-4BF4-4B09E13C85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2341" y="518823"/>
                <a:ext cx="2586927" cy="342979"/>
              </a:xfrm>
              <a:prstGeom prst="rect">
                <a:avLst/>
              </a:prstGeom>
              <a:blipFill>
                <a:blip r:embed="rId37"/>
                <a:stretch>
                  <a:fillRect l="-980" b="-2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03" name="圆角矩形 802">
            <a:extLst>
              <a:ext uri="{FF2B5EF4-FFF2-40B4-BE49-F238E27FC236}">
                <a16:creationId xmlns:a16="http://schemas.microsoft.com/office/drawing/2014/main" id="{1CF1E969-D1CC-315B-4EAD-E2AE9ED558E9}"/>
              </a:ext>
            </a:extLst>
          </p:cNvPr>
          <p:cNvSpPr/>
          <p:nvPr/>
        </p:nvSpPr>
        <p:spPr>
          <a:xfrm>
            <a:off x="5965269" y="964437"/>
            <a:ext cx="356459" cy="356459"/>
          </a:xfrm>
          <a:prstGeom prst="roundRect">
            <a:avLst>
              <a:gd name="adj" fmla="val 50000"/>
            </a:avLst>
          </a:prstGeom>
          <a:solidFill>
            <a:srgbClr val="318F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Comic Sans MS" panose="030F0902030302020204" pitchFamily="66" charset="0"/>
                <a:cs typeface="Arial" panose="020B0604020202020204" pitchFamily="34" charset="0"/>
              </a:rPr>
              <a:t>V</a:t>
            </a:r>
            <a:endParaRPr kumimoji="1" lang="zh-CN" altLang="en-US" dirty="0">
              <a:solidFill>
                <a:schemeClr val="tx1"/>
              </a:solidFill>
              <a:latin typeface="Comic Sans MS" panose="030F0902030302020204" pitchFamily="66" charset="0"/>
              <a:cs typeface="Arial" panose="020B0604020202020204" pitchFamily="34" charset="0"/>
            </a:endParaRPr>
          </a:p>
        </p:txBody>
      </p:sp>
      <p:sp>
        <p:nvSpPr>
          <p:cNvPr id="804" name="圆角矩形 803">
            <a:extLst>
              <a:ext uri="{FF2B5EF4-FFF2-40B4-BE49-F238E27FC236}">
                <a16:creationId xmlns:a16="http://schemas.microsoft.com/office/drawing/2014/main" id="{4FFFCAF8-B6B5-CBCF-0419-101087CCB832}"/>
              </a:ext>
            </a:extLst>
          </p:cNvPr>
          <p:cNvSpPr/>
          <p:nvPr/>
        </p:nvSpPr>
        <p:spPr>
          <a:xfrm>
            <a:off x="5796696" y="1694374"/>
            <a:ext cx="711962" cy="1182261"/>
          </a:xfrm>
          <a:prstGeom prst="roundRect">
            <a:avLst/>
          </a:prstGeom>
          <a:solidFill>
            <a:schemeClr val="bg1"/>
          </a:solidFill>
          <a:ln w="9525">
            <a:solidFill>
              <a:srgbClr val="D4782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 sz="1776" i="1">
              <a:solidFill>
                <a:schemeClr val="tx1"/>
              </a:solidFill>
              <a:latin typeface="Comic Sans MS" panose="030F0902030302020204" pitchFamily="66" charset="0"/>
              <a:cs typeface="Arial" panose="020B0604020202020204" pitchFamily="34" charset="0"/>
            </a:endParaRPr>
          </a:p>
        </p:txBody>
      </p:sp>
      <p:sp>
        <p:nvSpPr>
          <p:cNvPr id="805" name="圆角矩形 804">
            <a:extLst>
              <a:ext uri="{FF2B5EF4-FFF2-40B4-BE49-F238E27FC236}">
                <a16:creationId xmlns:a16="http://schemas.microsoft.com/office/drawing/2014/main" id="{14538F91-5824-9046-2B63-F03794960627}"/>
              </a:ext>
            </a:extLst>
          </p:cNvPr>
          <p:cNvSpPr/>
          <p:nvPr/>
        </p:nvSpPr>
        <p:spPr>
          <a:xfrm>
            <a:off x="3821710" y="1694374"/>
            <a:ext cx="597155" cy="1182261"/>
          </a:xfrm>
          <a:prstGeom prst="roundRect">
            <a:avLst/>
          </a:prstGeom>
          <a:solidFill>
            <a:schemeClr val="bg1"/>
          </a:solidFill>
          <a:ln w="9525">
            <a:solidFill>
              <a:srgbClr val="D4782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 sz="1776" i="1">
              <a:solidFill>
                <a:schemeClr val="tx1"/>
              </a:solidFill>
              <a:latin typeface="Comic Sans MS" panose="030F0902030302020204" pitchFamily="66" charset="0"/>
              <a:cs typeface="Arial" panose="020B0604020202020204" pitchFamily="34" charset="0"/>
            </a:endParaRPr>
          </a:p>
        </p:txBody>
      </p:sp>
      <p:sp>
        <p:nvSpPr>
          <p:cNvPr id="806" name="圆角矩形 805">
            <a:extLst>
              <a:ext uri="{FF2B5EF4-FFF2-40B4-BE49-F238E27FC236}">
                <a16:creationId xmlns:a16="http://schemas.microsoft.com/office/drawing/2014/main" id="{366A7484-DDC0-CB3C-73D3-9FF491808C41}"/>
              </a:ext>
            </a:extLst>
          </p:cNvPr>
          <p:cNvSpPr/>
          <p:nvPr/>
        </p:nvSpPr>
        <p:spPr>
          <a:xfrm>
            <a:off x="4481825" y="1696386"/>
            <a:ext cx="597155" cy="1182261"/>
          </a:xfrm>
          <a:prstGeom prst="roundRect">
            <a:avLst/>
          </a:prstGeom>
          <a:solidFill>
            <a:schemeClr val="bg1"/>
          </a:solidFill>
          <a:ln w="9525">
            <a:solidFill>
              <a:srgbClr val="D4782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 sz="1776" i="1">
              <a:solidFill>
                <a:schemeClr val="tx1"/>
              </a:solidFill>
              <a:latin typeface="Comic Sans MS" panose="030F0902030302020204" pitchFamily="66" charset="0"/>
              <a:cs typeface="Arial" panose="020B0604020202020204" pitchFamily="34" charset="0"/>
            </a:endParaRPr>
          </a:p>
        </p:txBody>
      </p:sp>
      <p:sp>
        <p:nvSpPr>
          <p:cNvPr id="807" name="圆角矩形 806">
            <a:extLst>
              <a:ext uri="{FF2B5EF4-FFF2-40B4-BE49-F238E27FC236}">
                <a16:creationId xmlns:a16="http://schemas.microsoft.com/office/drawing/2014/main" id="{DE700B34-E4CE-2C0F-97B1-8B22FAA025FD}"/>
              </a:ext>
            </a:extLst>
          </p:cNvPr>
          <p:cNvSpPr/>
          <p:nvPr/>
        </p:nvSpPr>
        <p:spPr>
          <a:xfrm>
            <a:off x="5138623" y="1696386"/>
            <a:ext cx="597155" cy="1182261"/>
          </a:xfrm>
          <a:prstGeom prst="roundRect">
            <a:avLst/>
          </a:prstGeom>
          <a:solidFill>
            <a:schemeClr val="bg1"/>
          </a:solidFill>
          <a:ln w="9525">
            <a:solidFill>
              <a:srgbClr val="D4782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 sz="1776" i="1">
              <a:solidFill>
                <a:schemeClr val="tx1"/>
              </a:solidFill>
              <a:latin typeface="Comic Sans MS" panose="030F0902030302020204" pitchFamily="66" charset="0"/>
              <a:cs typeface="Arial" panose="020B0604020202020204" pitchFamily="34" charset="0"/>
            </a:endParaRPr>
          </a:p>
        </p:txBody>
      </p:sp>
      <p:sp>
        <p:nvSpPr>
          <p:cNvPr id="808" name="椭圆 807">
            <a:extLst>
              <a:ext uri="{FF2B5EF4-FFF2-40B4-BE49-F238E27FC236}">
                <a16:creationId xmlns:a16="http://schemas.microsoft.com/office/drawing/2014/main" id="{AC9949E9-43CF-9078-3631-31DA045FA534}"/>
              </a:ext>
            </a:extLst>
          </p:cNvPr>
          <p:cNvSpPr/>
          <p:nvPr/>
        </p:nvSpPr>
        <p:spPr>
          <a:xfrm>
            <a:off x="4550732" y="1801868"/>
            <a:ext cx="285953" cy="284686"/>
          </a:xfrm>
          <a:prstGeom prst="ellipse">
            <a:avLst/>
          </a:prstGeom>
          <a:solidFill>
            <a:srgbClr val="FE930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 sz="1776" i="1">
              <a:solidFill>
                <a:schemeClr val="tx1"/>
              </a:solidFill>
              <a:latin typeface="Comic Sans MS" panose="030F0902030302020204" pitchFamily="66" charset="0"/>
              <a:cs typeface="Arial" panose="020B0604020202020204" pitchFamily="34" charset="0"/>
            </a:endParaRPr>
          </a:p>
        </p:txBody>
      </p:sp>
      <p:sp>
        <p:nvSpPr>
          <p:cNvPr id="809" name="椭圆 808">
            <a:extLst>
              <a:ext uri="{FF2B5EF4-FFF2-40B4-BE49-F238E27FC236}">
                <a16:creationId xmlns:a16="http://schemas.microsoft.com/office/drawing/2014/main" id="{847CCC60-0CF4-40AF-FD93-FFD59D00723B}"/>
              </a:ext>
            </a:extLst>
          </p:cNvPr>
          <p:cNvSpPr/>
          <p:nvPr/>
        </p:nvSpPr>
        <p:spPr>
          <a:xfrm>
            <a:off x="4729936" y="1801868"/>
            <a:ext cx="285953" cy="284686"/>
          </a:xfrm>
          <a:prstGeom prst="ellipse">
            <a:avLst/>
          </a:prstGeom>
          <a:solidFill>
            <a:srgbClr val="318F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 sz="1776" i="1" dirty="0">
              <a:solidFill>
                <a:schemeClr val="tx1"/>
              </a:solidFill>
              <a:latin typeface="Comic Sans MS" panose="030F0902030302020204" pitchFamily="66" charset="0"/>
              <a:cs typeface="Arial" panose="020B0604020202020204" pitchFamily="34" charset="0"/>
            </a:endParaRPr>
          </a:p>
        </p:txBody>
      </p:sp>
      <p:sp>
        <p:nvSpPr>
          <p:cNvPr id="810" name="椭圆 809">
            <a:extLst>
              <a:ext uri="{FF2B5EF4-FFF2-40B4-BE49-F238E27FC236}">
                <a16:creationId xmlns:a16="http://schemas.microsoft.com/office/drawing/2014/main" id="{7AD496E1-E3C8-2D22-20E1-34C9F8B04DD0}"/>
              </a:ext>
            </a:extLst>
          </p:cNvPr>
          <p:cNvSpPr/>
          <p:nvPr/>
        </p:nvSpPr>
        <p:spPr>
          <a:xfrm>
            <a:off x="5207708" y="1801868"/>
            <a:ext cx="285953" cy="284686"/>
          </a:xfrm>
          <a:prstGeom prst="ellipse">
            <a:avLst/>
          </a:prstGeom>
          <a:solidFill>
            <a:srgbClr val="49C2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 sz="1776" i="1">
              <a:solidFill>
                <a:schemeClr val="tx1"/>
              </a:solidFill>
              <a:latin typeface="Comic Sans MS" panose="030F0902030302020204" pitchFamily="66" charset="0"/>
              <a:cs typeface="Arial" panose="020B0604020202020204" pitchFamily="34" charset="0"/>
            </a:endParaRPr>
          </a:p>
        </p:txBody>
      </p:sp>
      <p:sp>
        <p:nvSpPr>
          <p:cNvPr id="811" name="椭圆 810">
            <a:extLst>
              <a:ext uri="{FF2B5EF4-FFF2-40B4-BE49-F238E27FC236}">
                <a16:creationId xmlns:a16="http://schemas.microsoft.com/office/drawing/2014/main" id="{4955C41F-E9E5-DB57-29BC-6AA853BD5A7A}"/>
              </a:ext>
            </a:extLst>
          </p:cNvPr>
          <p:cNvSpPr/>
          <p:nvPr/>
        </p:nvSpPr>
        <p:spPr>
          <a:xfrm>
            <a:off x="5386912" y="1801868"/>
            <a:ext cx="285953" cy="284686"/>
          </a:xfrm>
          <a:prstGeom prst="ellipse">
            <a:avLst/>
          </a:prstGeom>
          <a:solidFill>
            <a:srgbClr val="318F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 sz="1776" i="1">
              <a:solidFill>
                <a:schemeClr val="tx1"/>
              </a:solidFill>
              <a:latin typeface="Comic Sans MS" panose="030F0902030302020204" pitchFamily="66" charset="0"/>
              <a:cs typeface="Arial" panose="020B0604020202020204" pitchFamily="34" charset="0"/>
            </a:endParaRPr>
          </a:p>
        </p:txBody>
      </p:sp>
      <p:sp>
        <p:nvSpPr>
          <p:cNvPr id="812" name="椭圆 811">
            <a:extLst>
              <a:ext uri="{FF2B5EF4-FFF2-40B4-BE49-F238E27FC236}">
                <a16:creationId xmlns:a16="http://schemas.microsoft.com/office/drawing/2014/main" id="{72117EB2-FE00-AE9C-6C11-A7BD6F62CD27}"/>
              </a:ext>
            </a:extLst>
          </p:cNvPr>
          <p:cNvSpPr/>
          <p:nvPr/>
        </p:nvSpPr>
        <p:spPr>
          <a:xfrm>
            <a:off x="5918427" y="1728685"/>
            <a:ext cx="285953" cy="284686"/>
          </a:xfrm>
          <a:prstGeom prst="ellipse">
            <a:avLst/>
          </a:prstGeom>
          <a:solidFill>
            <a:srgbClr val="FE930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 sz="1776" i="1">
              <a:solidFill>
                <a:schemeClr val="tx1"/>
              </a:solidFill>
              <a:latin typeface="Comic Sans MS" panose="030F0902030302020204" pitchFamily="66" charset="0"/>
              <a:cs typeface="Arial" panose="020B0604020202020204" pitchFamily="34" charset="0"/>
            </a:endParaRPr>
          </a:p>
        </p:txBody>
      </p:sp>
      <p:sp>
        <p:nvSpPr>
          <p:cNvPr id="813" name="椭圆 812">
            <a:extLst>
              <a:ext uri="{FF2B5EF4-FFF2-40B4-BE49-F238E27FC236}">
                <a16:creationId xmlns:a16="http://schemas.microsoft.com/office/drawing/2014/main" id="{78380F5D-CE68-30B4-32F8-9211EEC6839F}"/>
              </a:ext>
            </a:extLst>
          </p:cNvPr>
          <p:cNvSpPr/>
          <p:nvPr/>
        </p:nvSpPr>
        <p:spPr>
          <a:xfrm>
            <a:off x="6097631" y="1728685"/>
            <a:ext cx="285953" cy="284686"/>
          </a:xfrm>
          <a:prstGeom prst="ellipse">
            <a:avLst/>
          </a:prstGeom>
          <a:solidFill>
            <a:srgbClr val="49C2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 sz="1776" i="1">
              <a:solidFill>
                <a:schemeClr val="tx1"/>
              </a:solidFill>
              <a:latin typeface="Comic Sans MS" panose="030F0902030302020204" pitchFamily="66" charset="0"/>
              <a:cs typeface="Arial" panose="020B0604020202020204" pitchFamily="34" charset="0"/>
            </a:endParaRPr>
          </a:p>
        </p:txBody>
      </p:sp>
      <p:sp>
        <p:nvSpPr>
          <p:cNvPr id="814" name="椭圆 813">
            <a:extLst>
              <a:ext uri="{FF2B5EF4-FFF2-40B4-BE49-F238E27FC236}">
                <a16:creationId xmlns:a16="http://schemas.microsoft.com/office/drawing/2014/main" id="{31700777-60D2-2E3C-5021-A561313DB41A}"/>
              </a:ext>
            </a:extLst>
          </p:cNvPr>
          <p:cNvSpPr/>
          <p:nvPr/>
        </p:nvSpPr>
        <p:spPr>
          <a:xfrm>
            <a:off x="6008029" y="1871028"/>
            <a:ext cx="285953" cy="284686"/>
          </a:xfrm>
          <a:prstGeom prst="ellipse">
            <a:avLst/>
          </a:prstGeom>
          <a:solidFill>
            <a:srgbClr val="318F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 sz="1776" i="1">
              <a:solidFill>
                <a:schemeClr val="tx1"/>
              </a:solidFill>
              <a:latin typeface="Comic Sans MS" panose="030F0902030302020204" pitchFamily="66" charset="0"/>
              <a:cs typeface="Arial" panose="020B0604020202020204" pitchFamily="34" charset="0"/>
            </a:endParaRPr>
          </a:p>
        </p:txBody>
      </p:sp>
      <p:sp>
        <p:nvSpPr>
          <p:cNvPr id="815" name="椭圆 814">
            <a:extLst>
              <a:ext uri="{FF2B5EF4-FFF2-40B4-BE49-F238E27FC236}">
                <a16:creationId xmlns:a16="http://schemas.microsoft.com/office/drawing/2014/main" id="{6346D26F-CD84-A4AE-7471-3A6FD7F7D069}"/>
              </a:ext>
            </a:extLst>
          </p:cNvPr>
          <p:cNvSpPr/>
          <p:nvPr/>
        </p:nvSpPr>
        <p:spPr>
          <a:xfrm>
            <a:off x="3891197" y="1799856"/>
            <a:ext cx="285953" cy="284686"/>
          </a:xfrm>
          <a:prstGeom prst="ellipse">
            <a:avLst/>
          </a:prstGeom>
          <a:solidFill>
            <a:srgbClr val="FE930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 sz="1776" i="1" dirty="0">
              <a:solidFill>
                <a:schemeClr val="tx1"/>
              </a:solidFill>
              <a:latin typeface="Comic Sans MS" panose="030F0902030302020204" pitchFamily="66" charset="0"/>
              <a:cs typeface="Arial" panose="020B0604020202020204" pitchFamily="34" charset="0"/>
            </a:endParaRPr>
          </a:p>
        </p:txBody>
      </p:sp>
      <p:sp>
        <p:nvSpPr>
          <p:cNvPr id="816" name="椭圆 815">
            <a:extLst>
              <a:ext uri="{FF2B5EF4-FFF2-40B4-BE49-F238E27FC236}">
                <a16:creationId xmlns:a16="http://schemas.microsoft.com/office/drawing/2014/main" id="{CFD4FB96-1286-7F2F-6A20-9D0B243837E5}"/>
              </a:ext>
            </a:extLst>
          </p:cNvPr>
          <p:cNvSpPr/>
          <p:nvPr/>
        </p:nvSpPr>
        <p:spPr>
          <a:xfrm>
            <a:off x="4070401" y="1799856"/>
            <a:ext cx="285953" cy="284686"/>
          </a:xfrm>
          <a:prstGeom prst="ellipse">
            <a:avLst/>
          </a:prstGeom>
          <a:solidFill>
            <a:srgbClr val="49C2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 sz="1776" i="1">
              <a:solidFill>
                <a:schemeClr val="tx1"/>
              </a:solidFill>
              <a:latin typeface="Comic Sans MS" panose="030F0902030302020204" pitchFamily="66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17" name="文本框 98">
                <a:extLst>
                  <a:ext uri="{FF2B5EF4-FFF2-40B4-BE49-F238E27FC236}">
                    <a16:creationId xmlns:a16="http://schemas.microsoft.com/office/drawing/2014/main" id="{97D969CB-67EE-17D9-0903-81B1716CE272}"/>
                  </a:ext>
                </a:extLst>
              </p:cNvPr>
              <p:cNvSpPr txBox="1"/>
              <p:nvPr/>
            </p:nvSpPr>
            <p:spPr>
              <a:xfrm>
                <a:off x="3924205" y="1388909"/>
                <a:ext cx="512897" cy="21922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altLang="zh-CN" sz="1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𝒯</m:t>
                          </m:r>
                        </m:sup>
                      </m:sSup>
                      <m:d>
                        <m:dPr>
                          <m:ctrlPr>
                            <a:rPr lang="en-US" altLang="zh-CN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</m:oMath>
                  </m:oMathPara>
                </a14:m>
                <a:endParaRPr lang="en-US" altLang="zh-CN" sz="1400" i="1" dirty="0">
                  <a:latin typeface="Comic Sans MS" panose="030F0902030302020204" pitchFamily="66" charset="0"/>
                </a:endParaRPr>
              </a:p>
            </p:txBody>
          </p:sp>
        </mc:Choice>
        <mc:Fallback xmlns="">
          <p:sp>
            <p:nvSpPr>
              <p:cNvPr id="817" name="文本框 98">
                <a:extLst>
                  <a:ext uri="{FF2B5EF4-FFF2-40B4-BE49-F238E27FC236}">
                    <a16:creationId xmlns:a16="http://schemas.microsoft.com/office/drawing/2014/main" id="{97D969CB-67EE-17D9-0903-81B1716CE2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4205" y="1388909"/>
                <a:ext cx="512897" cy="219227"/>
              </a:xfrm>
              <a:prstGeom prst="rect">
                <a:avLst/>
              </a:prstGeom>
              <a:blipFill>
                <a:blip r:embed="rId38"/>
                <a:stretch>
                  <a:fillRect l="-4878" b="-111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8" name="文本框 99">
                <a:extLst>
                  <a:ext uri="{FF2B5EF4-FFF2-40B4-BE49-F238E27FC236}">
                    <a16:creationId xmlns:a16="http://schemas.microsoft.com/office/drawing/2014/main" id="{D40E38A6-C8C2-0C6C-619C-214A661DB7FB}"/>
                  </a:ext>
                </a:extLst>
              </p:cNvPr>
              <p:cNvSpPr txBox="1"/>
              <p:nvPr/>
            </p:nvSpPr>
            <p:spPr>
              <a:xfrm>
                <a:off x="4912651" y="1381775"/>
                <a:ext cx="517065" cy="21922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altLang="zh-CN" sz="1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𝒯</m:t>
                          </m:r>
                        </m:sup>
                      </m:sSup>
                      <m:d>
                        <m:dPr>
                          <m:ctrlPr>
                            <a:rPr lang="en-US" altLang="zh-CN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</m:oMath>
                  </m:oMathPara>
                </a14:m>
                <a:endParaRPr lang="en-US" altLang="zh-CN" sz="1400" i="1" dirty="0">
                  <a:latin typeface="Comic Sans MS" panose="030F0902030302020204" pitchFamily="66" charset="0"/>
                </a:endParaRPr>
              </a:p>
            </p:txBody>
          </p:sp>
        </mc:Choice>
        <mc:Fallback xmlns="">
          <p:sp>
            <p:nvSpPr>
              <p:cNvPr id="818" name="文本框 99">
                <a:extLst>
                  <a:ext uri="{FF2B5EF4-FFF2-40B4-BE49-F238E27FC236}">
                    <a16:creationId xmlns:a16="http://schemas.microsoft.com/office/drawing/2014/main" id="{D40E38A6-C8C2-0C6C-619C-214A661DB7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2651" y="1381775"/>
                <a:ext cx="517065" cy="219227"/>
              </a:xfrm>
              <a:prstGeom prst="rect">
                <a:avLst/>
              </a:prstGeom>
              <a:blipFill>
                <a:blip r:embed="rId39"/>
                <a:stretch>
                  <a:fillRect l="-2381" b="-52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9" name="文本框 100">
                <a:extLst>
                  <a:ext uri="{FF2B5EF4-FFF2-40B4-BE49-F238E27FC236}">
                    <a16:creationId xmlns:a16="http://schemas.microsoft.com/office/drawing/2014/main" id="{8C2989E6-F9C2-7673-9709-7CF5D52E133D}"/>
                  </a:ext>
                </a:extLst>
              </p:cNvPr>
              <p:cNvSpPr txBox="1"/>
              <p:nvPr/>
            </p:nvSpPr>
            <p:spPr>
              <a:xfrm>
                <a:off x="5895060" y="1371327"/>
                <a:ext cx="519437" cy="21922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altLang="zh-CN" sz="1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𝒯</m:t>
                          </m:r>
                        </m:sup>
                      </m:sSup>
                      <m:d>
                        <m:dPr>
                          <m:ctrlPr>
                            <a:rPr lang="en-US" altLang="zh-CN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</m:d>
                    </m:oMath>
                  </m:oMathPara>
                </a14:m>
                <a:endParaRPr lang="en-US" altLang="zh-CN" sz="1400" i="1" dirty="0">
                  <a:latin typeface="Comic Sans MS" panose="030F0902030302020204" pitchFamily="66" charset="0"/>
                </a:endParaRPr>
              </a:p>
            </p:txBody>
          </p:sp>
        </mc:Choice>
        <mc:Fallback xmlns="">
          <p:sp>
            <p:nvSpPr>
              <p:cNvPr id="819" name="文本框 100">
                <a:extLst>
                  <a:ext uri="{FF2B5EF4-FFF2-40B4-BE49-F238E27FC236}">
                    <a16:creationId xmlns:a16="http://schemas.microsoft.com/office/drawing/2014/main" id="{8C2989E6-F9C2-7673-9709-7CF5D52E13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5060" y="1371327"/>
                <a:ext cx="519437" cy="219227"/>
              </a:xfrm>
              <a:prstGeom prst="rect">
                <a:avLst/>
              </a:prstGeom>
              <a:blipFill>
                <a:blip r:embed="rId40"/>
                <a:stretch>
                  <a:fillRect l="-4878" b="-5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0" name="文本框 10">
                <a:extLst>
                  <a:ext uri="{FF2B5EF4-FFF2-40B4-BE49-F238E27FC236}">
                    <a16:creationId xmlns:a16="http://schemas.microsoft.com/office/drawing/2014/main" id="{C1076C0A-876B-2F0A-4C5D-D5C7FD132673}"/>
                  </a:ext>
                </a:extLst>
              </p:cNvPr>
              <p:cNvSpPr txBox="1"/>
              <p:nvPr/>
            </p:nvSpPr>
            <p:spPr>
              <a:xfrm>
                <a:off x="3814836" y="2570675"/>
                <a:ext cx="624465" cy="21922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altLang="zh-CN" sz="1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𝒯</m:t>
                          </m:r>
                        </m:sup>
                      </m:sSup>
                      <m:d>
                        <m:dPr>
                          <m:ctrlPr>
                            <a:rPr lang="en-US" altLang="zh-CN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𝑇𝐴</m:t>
                          </m:r>
                        </m:e>
                      </m:d>
                    </m:oMath>
                  </m:oMathPara>
                </a14:m>
                <a:endParaRPr lang="en-US" altLang="zh-CN" sz="1400" i="1" dirty="0">
                  <a:latin typeface="Comic Sans MS" panose="030F0902030302020204" pitchFamily="66" charset="0"/>
                </a:endParaRPr>
              </a:p>
            </p:txBody>
          </p:sp>
        </mc:Choice>
        <mc:Fallback xmlns="">
          <p:sp>
            <p:nvSpPr>
              <p:cNvPr id="820" name="文本框 10">
                <a:extLst>
                  <a:ext uri="{FF2B5EF4-FFF2-40B4-BE49-F238E27FC236}">
                    <a16:creationId xmlns:a16="http://schemas.microsoft.com/office/drawing/2014/main" id="{C1076C0A-876B-2F0A-4C5D-D5C7FD1326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4836" y="2570675"/>
                <a:ext cx="624465" cy="219227"/>
              </a:xfrm>
              <a:prstGeom prst="rect">
                <a:avLst/>
              </a:prstGeom>
              <a:blipFill>
                <a:blip r:embed="rId41"/>
                <a:stretch>
                  <a:fillRect l="-2000" b="-111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1" name="文本框 11">
                <a:extLst>
                  <a:ext uri="{FF2B5EF4-FFF2-40B4-BE49-F238E27FC236}">
                    <a16:creationId xmlns:a16="http://schemas.microsoft.com/office/drawing/2014/main" id="{23E757D7-D1D5-B8B6-1379-A30F9558477C}"/>
                  </a:ext>
                </a:extLst>
              </p:cNvPr>
              <p:cNvSpPr txBox="1"/>
              <p:nvPr/>
            </p:nvSpPr>
            <p:spPr>
              <a:xfrm>
                <a:off x="4468070" y="2572385"/>
                <a:ext cx="626838" cy="21922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altLang="zh-CN" sz="1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𝒯</m:t>
                          </m:r>
                        </m:sup>
                      </m:sSup>
                      <m:d>
                        <m:dPr>
                          <m:ctrlPr>
                            <a:rPr lang="en-US" altLang="zh-CN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𝑇𝑉</m:t>
                          </m:r>
                        </m:e>
                      </m:d>
                    </m:oMath>
                  </m:oMathPara>
                </a14:m>
                <a:endParaRPr lang="en-US" altLang="zh-CN" sz="1400" i="1" dirty="0">
                  <a:latin typeface="Comic Sans MS" panose="030F0902030302020204" pitchFamily="66" charset="0"/>
                </a:endParaRPr>
              </a:p>
            </p:txBody>
          </p:sp>
        </mc:Choice>
        <mc:Fallback xmlns="">
          <p:sp>
            <p:nvSpPr>
              <p:cNvPr id="821" name="文本框 11">
                <a:extLst>
                  <a:ext uri="{FF2B5EF4-FFF2-40B4-BE49-F238E27FC236}">
                    <a16:creationId xmlns:a16="http://schemas.microsoft.com/office/drawing/2014/main" id="{23E757D7-D1D5-B8B6-1379-A30F955847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8070" y="2572385"/>
                <a:ext cx="626838" cy="219227"/>
              </a:xfrm>
              <a:prstGeom prst="rect">
                <a:avLst/>
              </a:prstGeom>
              <a:blipFill>
                <a:blip r:embed="rId42"/>
                <a:stretch>
                  <a:fillRect l="-1961" b="-111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2" name="文本框 103">
                <a:extLst>
                  <a:ext uri="{FF2B5EF4-FFF2-40B4-BE49-F238E27FC236}">
                    <a16:creationId xmlns:a16="http://schemas.microsoft.com/office/drawing/2014/main" id="{DC85C789-1009-F70D-661C-A59C0972CE2B}"/>
                  </a:ext>
                </a:extLst>
              </p:cNvPr>
              <p:cNvSpPr txBox="1"/>
              <p:nvPr/>
            </p:nvSpPr>
            <p:spPr>
              <a:xfrm>
                <a:off x="5122438" y="2569387"/>
                <a:ext cx="633250" cy="21922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altLang="zh-CN" sz="1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𝒯</m:t>
                          </m:r>
                        </m:sup>
                      </m:sSup>
                      <m:d>
                        <m:dPr>
                          <m:ctrlPr>
                            <a:rPr lang="en-US" altLang="zh-CN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𝐴𝑉</m:t>
                          </m:r>
                        </m:e>
                      </m:d>
                    </m:oMath>
                  </m:oMathPara>
                </a14:m>
                <a:endParaRPr lang="en-US" altLang="zh-CN" sz="1400" i="1" dirty="0">
                  <a:latin typeface="Comic Sans MS" panose="030F0902030302020204" pitchFamily="66" charset="0"/>
                </a:endParaRPr>
              </a:p>
            </p:txBody>
          </p:sp>
        </mc:Choice>
        <mc:Fallback xmlns="">
          <p:sp>
            <p:nvSpPr>
              <p:cNvPr id="822" name="文本框 103">
                <a:extLst>
                  <a:ext uri="{FF2B5EF4-FFF2-40B4-BE49-F238E27FC236}">
                    <a16:creationId xmlns:a16="http://schemas.microsoft.com/office/drawing/2014/main" id="{DC85C789-1009-F70D-661C-A59C0972CE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2438" y="2569387"/>
                <a:ext cx="633250" cy="219227"/>
              </a:xfrm>
              <a:prstGeom prst="rect">
                <a:avLst/>
              </a:prstGeom>
              <a:blipFill>
                <a:blip r:embed="rId43"/>
                <a:stretch>
                  <a:fillRect l="-3922" b="-111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3" name="文本框 104">
                <a:extLst>
                  <a:ext uri="{FF2B5EF4-FFF2-40B4-BE49-F238E27FC236}">
                    <a16:creationId xmlns:a16="http://schemas.microsoft.com/office/drawing/2014/main" id="{11D61D66-C9D5-8E11-A8C6-B3BF89AC6B6F}"/>
                  </a:ext>
                </a:extLst>
              </p:cNvPr>
              <p:cNvSpPr txBox="1"/>
              <p:nvPr/>
            </p:nvSpPr>
            <p:spPr>
              <a:xfrm>
                <a:off x="5787405" y="2571275"/>
                <a:ext cx="740651" cy="21922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altLang="zh-CN" sz="1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𝒯</m:t>
                          </m:r>
                        </m:sup>
                      </m:sSup>
                      <m:d>
                        <m:dPr>
                          <m:ctrlPr>
                            <a:rPr lang="en-US" altLang="zh-CN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𝑇𝐴𝑉</m:t>
                          </m:r>
                        </m:e>
                      </m:d>
                    </m:oMath>
                  </m:oMathPara>
                </a14:m>
                <a:endParaRPr lang="en-US" altLang="zh-CN" sz="1400" i="1" dirty="0">
                  <a:latin typeface="Comic Sans MS" panose="030F0902030302020204" pitchFamily="66" charset="0"/>
                </a:endParaRPr>
              </a:p>
            </p:txBody>
          </p:sp>
        </mc:Choice>
        <mc:Fallback xmlns="">
          <p:sp>
            <p:nvSpPr>
              <p:cNvPr id="823" name="文本框 104">
                <a:extLst>
                  <a:ext uri="{FF2B5EF4-FFF2-40B4-BE49-F238E27FC236}">
                    <a16:creationId xmlns:a16="http://schemas.microsoft.com/office/drawing/2014/main" id="{11D61D66-C9D5-8E11-A8C6-B3BF89AC6B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7405" y="2571275"/>
                <a:ext cx="740651" cy="219227"/>
              </a:xfrm>
              <a:prstGeom prst="rect">
                <a:avLst/>
              </a:prstGeom>
              <a:blipFill>
                <a:blip r:embed="rId44"/>
                <a:stretch>
                  <a:fillRect l="-1667" b="-111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24" name="文本框 105">
            <a:extLst>
              <a:ext uri="{FF2B5EF4-FFF2-40B4-BE49-F238E27FC236}">
                <a16:creationId xmlns:a16="http://schemas.microsoft.com/office/drawing/2014/main" id="{F2E259E6-1904-BC27-757C-E6685D152C91}"/>
              </a:ext>
            </a:extLst>
          </p:cNvPr>
          <p:cNvSpPr txBox="1"/>
          <p:nvPr/>
        </p:nvSpPr>
        <p:spPr>
          <a:xfrm>
            <a:off x="3903632" y="2200754"/>
            <a:ext cx="4379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1400" dirty="0">
                <a:latin typeface="Comic Sans MS" panose="030F0902030302020204" pitchFamily="66" charset="0"/>
              </a:rPr>
              <a:t>TA</a:t>
            </a:r>
            <a:endParaRPr kumimoji="1" lang="zh-CN" altLang="en-US" sz="1400" dirty="0">
              <a:latin typeface="Comic Sans MS" panose="030F0902030302020204" pitchFamily="66" charset="0"/>
            </a:endParaRPr>
          </a:p>
        </p:txBody>
      </p:sp>
      <p:sp>
        <p:nvSpPr>
          <p:cNvPr id="825" name="文本框 106">
            <a:extLst>
              <a:ext uri="{FF2B5EF4-FFF2-40B4-BE49-F238E27FC236}">
                <a16:creationId xmlns:a16="http://schemas.microsoft.com/office/drawing/2014/main" id="{6CE66411-10BD-713C-A369-52A1E195C859}"/>
              </a:ext>
            </a:extLst>
          </p:cNvPr>
          <p:cNvSpPr txBox="1"/>
          <p:nvPr/>
        </p:nvSpPr>
        <p:spPr>
          <a:xfrm>
            <a:off x="4569954" y="2202766"/>
            <a:ext cx="4235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1400" dirty="0">
                <a:latin typeface="Comic Sans MS" panose="030F0902030302020204" pitchFamily="66" charset="0"/>
              </a:rPr>
              <a:t>TV</a:t>
            </a:r>
            <a:endParaRPr kumimoji="1" lang="zh-CN" altLang="en-US" sz="1400" dirty="0">
              <a:latin typeface="Comic Sans MS" panose="030F0902030302020204" pitchFamily="66" charset="0"/>
            </a:endParaRPr>
          </a:p>
        </p:txBody>
      </p:sp>
      <p:sp>
        <p:nvSpPr>
          <p:cNvPr id="826" name="文本框 107">
            <a:extLst>
              <a:ext uri="{FF2B5EF4-FFF2-40B4-BE49-F238E27FC236}">
                <a16:creationId xmlns:a16="http://schemas.microsoft.com/office/drawing/2014/main" id="{7589FD3E-1875-02E5-7884-C38EF3695D68}"/>
              </a:ext>
            </a:extLst>
          </p:cNvPr>
          <p:cNvSpPr txBox="1"/>
          <p:nvPr/>
        </p:nvSpPr>
        <p:spPr>
          <a:xfrm>
            <a:off x="5221407" y="2203123"/>
            <a:ext cx="4331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1400" dirty="0">
                <a:latin typeface="Comic Sans MS" panose="030F0902030302020204" pitchFamily="66" charset="0"/>
              </a:rPr>
              <a:t>AV</a:t>
            </a:r>
            <a:endParaRPr kumimoji="1" lang="zh-CN" altLang="en-US" sz="1400" dirty="0">
              <a:latin typeface="Comic Sans MS" panose="030F0902030302020204" pitchFamily="66" charset="0"/>
            </a:endParaRPr>
          </a:p>
        </p:txBody>
      </p:sp>
      <p:sp>
        <p:nvSpPr>
          <p:cNvPr id="827" name="文本框 108">
            <a:extLst>
              <a:ext uri="{FF2B5EF4-FFF2-40B4-BE49-F238E27FC236}">
                <a16:creationId xmlns:a16="http://schemas.microsoft.com/office/drawing/2014/main" id="{ABE804EA-52A2-EBC2-0741-FEEE20D25D35}"/>
              </a:ext>
            </a:extLst>
          </p:cNvPr>
          <p:cNvSpPr txBox="1"/>
          <p:nvPr/>
        </p:nvSpPr>
        <p:spPr>
          <a:xfrm>
            <a:off x="5873369" y="2200753"/>
            <a:ext cx="5549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1400" dirty="0">
                <a:latin typeface="Comic Sans MS" panose="030F0902030302020204" pitchFamily="66" charset="0"/>
              </a:rPr>
              <a:t>TAV</a:t>
            </a:r>
            <a:endParaRPr kumimoji="1" lang="zh-CN" altLang="en-US" sz="1400" dirty="0">
              <a:latin typeface="Comic Sans MS" panose="030F0902030302020204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52" name="文本框 100">
                <a:extLst>
                  <a:ext uri="{FF2B5EF4-FFF2-40B4-BE49-F238E27FC236}">
                    <a16:creationId xmlns:a16="http://schemas.microsoft.com/office/drawing/2014/main" id="{98BA7517-9E3A-F65B-66AD-D351D54C2E11}"/>
                  </a:ext>
                </a:extLst>
              </p:cNvPr>
              <p:cNvSpPr txBox="1"/>
              <p:nvPr/>
            </p:nvSpPr>
            <p:spPr>
              <a:xfrm>
                <a:off x="3948646" y="4029301"/>
                <a:ext cx="481093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4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kumimoji="1" lang="en-US" altLang="zh-CN" sz="1400" i="1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kumimoji="1" lang="en-US" altLang="zh-CN" sz="14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sz="1400" i="1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kumimoji="1" lang="en-US" altLang="zh-CN" sz="14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en-US" altLang="zh-CN" sz="1400" i="1" dirty="0">
                  <a:latin typeface="Comic Sans MS" panose="030F0902030302020204" pitchFamily="66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152" name="文本框 100">
                <a:extLst>
                  <a:ext uri="{FF2B5EF4-FFF2-40B4-BE49-F238E27FC236}">
                    <a16:creationId xmlns:a16="http://schemas.microsoft.com/office/drawing/2014/main" id="{98BA7517-9E3A-F65B-66AD-D351D54C2E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8646" y="4029301"/>
                <a:ext cx="481093" cy="215444"/>
              </a:xfrm>
              <a:prstGeom prst="rect">
                <a:avLst/>
              </a:prstGeom>
              <a:blipFill>
                <a:blip r:embed="rId45"/>
                <a:stretch>
                  <a:fillRect l="-13158" t="-5556" r="-13158" b="-277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53" name="文本框 101">
                <a:extLst>
                  <a:ext uri="{FF2B5EF4-FFF2-40B4-BE49-F238E27FC236}">
                    <a16:creationId xmlns:a16="http://schemas.microsoft.com/office/drawing/2014/main" id="{CFC154F5-BBBB-35FA-0D36-ECB07A722980}"/>
                  </a:ext>
                </a:extLst>
              </p:cNvPr>
              <p:cNvSpPr txBox="1"/>
              <p:nvPr/>
            </p:nvSpPr>
            <p:spPr>
              <a:xfrm>
                <a:off x="4927310" y="4027186"/>
                <a:ext cx="485261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4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kumimoji="1" lang="en-US" altLang="zh-CN" sz="1400" i="1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kumimoji="1" lang="en-US" altLang="zh-CN" sz="14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sz="1400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kumimoji="1" lang="en-US" altLang="zh-CN" sz="14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en-US" altLang="zh-CN" sz="1400" i="1" dirty="0">
                  <a:latin typeface="Comic Sans MS" panose="030F0902030302020204" pitchFamily="66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153" name="文本框 101">
                <a:extLst>
                  <a:ext uri="{FF2B5EF4-FFF2-40B4-BE49-F238E27FC236}">
                    <a16:creationId xmlns:a16="http://schemas.microsoft.com/office/drawing/2014/main" id="{CFC154F5-BBBB-35FA-0D36-ECB07A7229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7310" y="4027186"/>
                <a:ext cx="485261" cy="215444"/>
              </a:xfrm>
              <a:prstGeom prst="rect">
                <a:avLst/>
              </a:prstGeom>
              <a:blipFill>
                <a:blip r:embed="rId46"/>
                <a:stretch>
                  <a:fillRect l="-10000" t="-5556" r="-10000" b="-277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54" name="文本框 102">
                <a:extLst>
                  <a:ext uri="{FF2B5EF4-FFF2-40B4-BE49-F238E27FC236}">
                    <a16:creationId xmlns:a16="http://schemas.microsoft.com/office/drawing/2014/main" id="{A4153F52-C08B-4692-08F5-1CFAAC3ADAA7}"/>
                  </a:ext>
                </a:extLst>
              </p:cNvPr>
              <p:cNvSpPr txBox="1"/>
              <p:nvPr/>
            </p:nvSpPr>
            <p:spPr>
              <a:xfrm>
                <a:off x="5908909" y="4029301"/>
                <a:ext cx="487634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4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kumimoji="1" lang="en-US" altLang="zh-CN" sz="1400" i="1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kumimoji="1" lang="en-US" altLang="zh-CN" sz="14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sz="1400" i="1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kumimoji="1" lang="en-US" altLang="zh-CN" sz="14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en-US" altLang="zh-CN" sz="1400" i="1" dirty="0">
                  <a:latin typeface="Comic Sans MS" panose="030F0902030302020204" pitchFamily="66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154" name="文本框 102">
                <a:extLst>
                  <a:ext uri="{FF2B5EF4-FFF2-40B4-BE49-F238E27FC236}">
                    <a16:creationId xmlns:a16="http://schemas.microsoft.com/office/drawing/2014/main" id="{A4153F52-C08B-4692-08F5-1CFAAC3ADA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8909" y="4029301"/>
                <a:ext cx="487634" cy="215444"/>
              </a:xfrm>
              <a:prstGeom prst="rect">
                <a:avLst/>
              </a:prstGeom>
              <a:blipFill>
                <a:blip r:embed="rId47"/>
                <a:stretch>
                  <a:fillRect l="-12821" t="-5556" r="-12821" b="-277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55" name="圆角矩形 1154">
            <a:extLst>
              <a:ext uri="{FF2B5EF4-FFF2-40B4-BE49-F238E27FC236}">
                <a16:creationId xmlns:a16="http://schemas.microsoft.com/office/drawing/2014/main" id="{17B867FA-E9B1-5113-C5CF-FCAF3B08879B}"/>
              </a:ext>
            </a:extLst>
          </p:cNvPr>
          <p:cNvSpPr/>
          <p:nvPr/>
        </p:nvSpPr>
        <p:spPr>
          <a:xfrm>
            <a:off x="5963366" y="3618085"/>
            <a:ext cx="356459" cy="356459"/>
          </a:xfrm>
          <a:prstGeom prst="roundRect">
            <a:avLst>
              <a:gd name="adj" fmla="val 38639"/>
            </a:avLst>
          </a:prstGeom>
          <a:solidFill>
            <a:srgbClr val="7BCD9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Comic Sans MS" panose="030F0902030302020204" pitchFamily="66" charset="0"/>
                <a:cs typeface="Arial" panose="020B0604020202020204" pitchFamily="34" charset="0"/>
              </a:rPr>
              <a:t>V</a:t>
            </a:r>
            <a:endParaRPr kumimoji="1" lang="zh-CN" altLang="en-US" dirty="0">
              <a:solidFill>
                <a:schemeClr val="tx1"/>
              </a:solidFill>
              <a:latin typeface="Comic Sans MS" panose="030F0902030302020204" pitchFamily="66" charset="0"/>
              <a:cs typeface="Arial" panose="020B0604020202020204" pitchFamily="34" charset="0"/>
            </a:endParaRPr>
          </a:p>
        </p:txBody>
      </p:sp>
      <p:sp>
        <p:nvSpPr>
          <p:cNvPr id="1156" name="圆角矩形 1155">
            <a:extLst>
              <a:ext uri="{FF2B5EF4-FFF2-40B4-BE49-F238E27FC236}">
                <a16:creationId xmlns:a16="http://schemas.microsoft.com/office/drawing/2014/main" id="{0EF9E7DB-9261-BB45-2B0A-3D2410847F73}"/>
              </a:ext>
            </a:extLst>
          </p:cNvPr>
          <p:cNvSpPr/>
          <p:nvPr/>
        </p:nvSpPr>
        <p:spPr>
          <a:xfrm>
            <a:off x="3812927" y="3578432"/>
            <a:ext cx="730334" cy="723629"/>
          </a:xfrm>
          <a:prstGeom prst="roundRect">
            <a:avLst/>
          </a:prstGeom>
          <a:solidFill>
            <a:schemeClr val="bg1"/>
          </a:solidFill>
          <a:ln w="9525">
            <a:solidFill>
              <a:srgbClr val="A73C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 sz="1776" i="1">
              <a:solidFill>
                <a:schemeClr val="tx1"/>
              </a:solidFill>
              <a:latin typeface="Comic Sans MS" panose="030F0902030302020204" pitchFamily="66" charset="0"/>
              <a:cs typeface="Arial" panose="020B0604020202020204" pitchFamily="34" charset="0"/>
            </a:endParaRPr>
          </a:p>
        </p:txBody>
      </p:sp>
      <p:sp>
        <p:nvSpPr>
          <p:cNvPr id="1157" name="圆角矩形 1156">
            <a:extLst>
              <a:ext uri="{FF2B5EF4-FFF2-40B4-BE49-F238E27FC236}">
                <a16:creationId xmlns:a16="http://schemas.microsoft.com/office/drawing/2014/main" id="{8E92C3A7-8C83-C64F-AEC3-82703623338B}"/>
              </a:ext>
            </a:extLst>
          </p:cNvPr>
          <p:cNvSpPr/>
          <p:nvPr/>
        </p:nvSpPr>
        <p:spPr>
          <a:xfrm>
            <a:off x="4793643" y="3578432"/>
            <a:ext cx="730334" cy="723629"/>
          </a:xfrm>
          <a:prstGeom prst="roundRect">
            <a:avLst/>
          </a:prstGeom>
          <a:solidFill>
            <a:schemeClr val="bg1"/>
          </a:solidFill>
          <a:ln w="9525">
            <a:solidFill>
              <a:srgbClr val="A73C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 sz="1776" i="1">
              <a:solidFill>
                <a:schemeClr val="tx1"/>
              </a:solidFill>
              <a:latin typeface="Comic Sans MS" panose="030F0902030302020204" pitchFamily="66" charset="0"/>
              <a:cs typeface="Arial" panose="020B0604020202020204" pitchFamily="34" charset="0"/>
            </a:endParaRPr>
          </a:p>
        </p:txBody>
      </p:sp>
      <p:sp>
        <p:nvSpPr>
          <p:cNvPr id="1158" name="圆角矩形 1157">
            <a:extLst>
              <a:ext uri="{FF2B5EF4-FFF2-40B4-BE49-F238E27FC236}">
                <a16:creationId xmlns:a16="http://schemas.microsoft.com/office/drawing/2014/main" id="{B529791C-1726-48D5-7E0C-66DAFC29FFD1}"/>
              </a:ext>
            </a:extLst>
          </p:cNvPr>
          <p:cNvSpPr/>
          <p:nvPr/>
        </p:nvSpPr>
        <p:spPr>
          <a:xfrm>
            <a:off x="5776421" y="3578432"/>
            <a:ext cx="730334" cy="723629"/>
          </a:xfrm>
          <a:prstGeom prst="roundRect">
            <a:avLst/>
          </a:prstGeom>
          <a:solidFill>
            <a:schemeClr val="bg1"/>
          </a:solidFill>
          <a:ln w="9525">
            <a:solidFill>
              <a:srgbClr val="A73C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 sz="1776" i="1">
              <a:solidFill>
                <a:schemeClr val="tx1"/>
              </a:solidFill>
              <a:latin typeface="Comic Sans MS" panose="030F0902030302020204" pitchFamily="66" charset="0"/>
              <a:cs typeface="Arial" panose="020B0604020202020204" pitchFamily="34" charset="0"/>
            </a:endParaRPr>
          </a:p>
        </p:txBody>
      </p:sp>
      <p:sp>
        <p:nvSpPr>
          <p:cNvPr id="1159" name="圆角矩形 1158">
            <a:extLst>
              <a:ext uri="{FF2B5EF4-FFF2-40B4-BE49-F238E27FC236}">
                <a16:creationId xmlns:a16="http://schemas.microsoft.com/office/drawing/2014/main" id="{16900573-DF05-FD50-A437-0267331B90C6}"/>
              </a:ext>
            </a:extLst>
          </p:cNvPr>
          <p:cNvSpPr/>
          <p:nvPr/>
        </p:nvSpPr>
        <p:spPr>
          <a:xfrm>
            <a:off x="3747548" y="3162305"/>
            <a:ext cx="2819985" cy="2473728"/>
          </a:xfrm>
          <a:prstGeom prst="roundRect">
            <a:avLst>
              <a:gd name="adj" fmla="val 8333"/>
            </a:avLst>
          </a:prstGeom>
          <a:solidFill>
            <a:srgbClr val="FFF4F0"/>
          </a:solidFill>
          <a:ln w="12700">
            <a:solidFill>
              <a:srgbClr val="FAC8B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 sz="1776" i="1">
              <a:solidFill>
                <a:schemeClr val="tx1"/>
              </a:solidFill>
              <a:latin typeface="Comic Sans MS" panose="030F0902030302020204" pitchFamily="66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60" name="文本框 223">
                <a:extLst>
                  <a:ext uri="{FF2B5EF4-FFF2-40B4-BE49-F238E27FC236}">
                    <a16:creationId xmlns:a16="http://schemas.microsoft.com/office/drawing/2014/main" id="{81F91127-C496-1B65-203C-E95C95409A91}"/>
                  </a:ext>
                </a:extLst>
              </p:cNvPr>
              <p:cNvSpPr txBox="1"/>
              <p:nvPr/>
            </p:nvSpPr>
            <p:spPr>
              <a:xfrm>
                <a:off x="3888530" y="3162308"/>
                <a:ext cx="2562816" cy="3441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kumimoji="1" lang="en-US" altLang="zh-CN" sz="1600" b="1" dirty="0">
                    <a:latin typeface="Comic Sans MS" panose="030F0902030302020204" pitchFamily="66" charset="0"/>
                    <a:cs typeface="Arial" panose="020B0604020202020204" pitchFamily="34" charset="0"/>
                  </a:rPr>
                  <a:t>Student</a:t>
                </a:r>
                <a:r>
                  <a:rPr kumimoji="1" lang="zh-CN" altLang="en-US" sz="1600" b="1" dirty="0">
                    <a:latin typeface="Comic Sans MS" panose="030F0902030302020204" pitchFamily="66" charset="0"/>
                    <a:cs typeface="Arial" panose="020B0604020202020204" pitchFamily="34" charset="0"/>
                  </a:rPr>
                  <a:t> </a:t>
                </a:r>
                <a:r>
                  <a:rPr kumimoji="1" lang="en-US" altLang="zh-CN" sz="1600" b="1" dirty="0">
                    <a:latin typeface="Comic Sans MS" panose="030F0902030302020204" pitchFamily="66" charset="0"/>
                    <a:cs typeface="Arial" panose="020B0604020202020204" pitchFamily="34" charset="0"/>
                  </a:rPr>
                  <a:t>Responses</a:t>
                </a:r>
                <a:r>
                  <a:rPr kumimoji="1" lang="zh-CN" altLang="en-US" sz="1600" b="1" dirty="0">
                    <a:latin typeface="Comic Sans MS" panose="030F0902030302020204" pitchFamily="66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b="1" i="1"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  <m:sup>
                        <m:r>
                          <a:rPr lang="en-US" altLang="zh-CN" sz="1600" b="1" i="1">
                            <a:latin typeface="Cambria Math" panose="02040503050406030204" pitchFamily="18" charset="0"/>
                          </a:rPr>
                          <m:t>𝓢</m:t>
                        </m:r>
                      </m:sup>
                    </m:sSup>
                    <m:d>
                      <m:dPr>
                        <m:ctrlPr>
                          <a:rPr lang="en-US" altLang="zh-CN" sz="16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1" i="1"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</m:d>
                  </m:oMath>
                </a14:m>
                <a:endParaRPr kumimoji="1" lang="zh-CN" altLang="en-US" sz="1600" b="1" i="1" dirty="0">
                  <a:latin typeface="Comic Sans MS" panose="030F0902030302020204" pitchFamily="66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160" name="文本框 223">
                <a:extLst>
                  <a:ext uri="{FF2B5EF4-FFF2-40B4-BE49-F238E27FC236}">
                    <a16:creationId xmlns:a16="http://schemas.microsoft.com/office/drawing/2014/main" id="{81F91127-C496-1B65-203C-E95C95409A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8530" y="3162308"/>
                <a:ext cx="2562816" cy="344197"/>
              </a:xfrm>
              <a:prstGeom prst="rect">
                <a:avLst/>
              </a:prstGeom>
              <a:blipFill>
                <a:blip r:embed="rId48"/>
                <a:stretch>
                  <a:fillRect l="-990" t="-3704" b="-2592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61" name="圆角矩形 1160">
            <a:extLst>
              <a:ext uri="{FF2B5EF4-FFF2-40B4-BE49-F238E27FC236}">
                <a16:creationId xmlns:a16="http://schemas.microsoft.com/office/drawing/2014/main" id="{701ED590-AC1C-1989-BBF3-DE21AF08EFE2}"/>
              </a:ext>
            </a:extLst>
          </p:cNvPr>
          <p:cNvSpPr/>
          <p:nvPr/>
        </p:nvSpPr>
        <p:spPr>
          <a:xfrm>
            <a:off x="5963366" y="3618085"/>
            <a:ext cx="356459" cy="356459"/>
          </a:xfrm>
          <a:prstGeom prst="roundRect">
            <a:avLst>
              <a:gd name="adj" fmla="val 50000"/>
            </a:avLst>
          </a:prstGeom>
          <a:solidFill>
            <a:srgbClr val="318F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Comic Sans MS" panose="030F0902030302020204" pitchFamily="66" charset="0"/>
                <a:cs typeface="Arial" panose="020B0604020202020204" pitchFamily="34" charset="0"/>
              </a:rPr>
              <a:t>V</a:t>
            </a:r>
            <a:endParaRPr kumimoji="1" lang="zh-CN" altLang="en-US" dirty="0">
              <a:solidFill>
                <a:schemeClr val="tx1"/>
              </a:solidFill>
              <a:latin typeface="Comic Sans MS" panose="030F0902030302020204" pitchFamily="66" charset="0"/>
              <a:cs typeface="Arial" panose="020B0604020202020204" pitchFamily="34" charset="0"/>
            </a:endParaRPr>
          </a:p>
        </p:txBody>
      </p:sp>
      <p:sp>
        <p:nvSpPr>
          <p:cNvPr id="1162" name="圆角矩形 1161">
            <a:extLst>
              <a:ext uri="{FF2B5EF4-FFF2-40B4-BE49-F238E27FC236}">
                <a16:creationId xmlns:a16="http://schemas.microsoft.com/office/drawing/2014/main" id="{A2CBBCF8-E522-D7B1-AAB0-C34AF49B819E}"/>
              </a:ext>
            </a:extLst>
          </p:cNvPr>
          <p:cNvSpPr/>
          <p:nvPr/>
        </p:nvSpPr>
        <p:spPr>
          <a:xfrm>
            <a:off x="5794793" y="4348022"/>
            <a:ext cx="711962" cy="1182261"/>
          </a:xfrm>
          <a:prstGeom prst="roundRect">
            <a:avLst/>
          </a:prstGeom>
          <a:solidFill>
            <a:schemeClr val="bg1"/>
          </a:solidFill>
          <a:ln w="9525">
            <a:solidFill>
              <a:srgbClr val="A73C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 sz="1776" i="1">
              <a:solidFill>
                <a:schemeClr val="tx1"/>
              </a:solidFill>
              <a:latin typeface="Comic Sans MS" panose="030F0902030302020204" pitchFamily="66" charset="0"/>
              <a:cs typeface="Arial" panose="020B0604020202020204" pitchFamily="34" charset="0"/>
            </a:endParaRPr>
          </a:p>
        </p:txBody>
      </p:sp>
      <p:sp>
        <p:nvSpPr>
          <p:cNvPr id="1163" name="圆角矩形 1162">
            <a:extLst>
              <a:ext uri="{FF2B5EF4-FFF2-40B4-BE49-F238E27FC236}">
                <a16:creationId xmlns:a16="http://schemas.microsoft.com/office/drawing/2014/main" id="{CEFE844E-6F6C-E49B-72B3-B9062F27CB4E}"/>
              </a:ext>
            </a:extLst>
          </p:cNvPr>
          <p:cNvSpPr/>
          <p:nvPr/>
        </p:nvSpPr>
        <p:spPr>
          <a:xfrm>
            <a:off x="3819807" y="4348022"/>
            <a:ext cx="597155" cy="1182261"/>
          </a:xfrm>
          <a:prstGeom prst="roundRect">
            <a:avLst/>
          </a:prstGeom>
          <a:solidFill>
            <a:schemeClr val="bg1"/>
          </a:solidFill>
          <a:ln w="9525">
            <a:solidFill>
              <a:srgbClr val="A73C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 sz="1776" i="1">
              <a:solidFill>
                <a:schemeClr val="tx1"/>
              </a:solidFill>
              <a:latin typeface="Comic Sans MS" panose="030F0902030302020204" pitchFamily="66" charset="0"/>
              <a:cs typeface="Arial" panose="020B0604020202020204" pitchFamily="34" charset="0"/>
            </a:endParaRPr>
          </a:p>
        </p:txBody>
      </p:sp>
      <p:sp>
        <p:nvSpPr>
          <p:cNvPr id="1164" name="圆角矩形 1163">
            <a:extLst>
              <a:ext uri="{FF2B5EF4-FFF2-40B4-BE49-F238E27FC236}">
                <a16:creationId xmlns:a16="http://schemas.microsoft.com/office/drawing/2014/main" id="{EEB4C6AC-2CDA-0B82-373A-74E4E6B90920}"/>
              </a:ext>
            </a:extLst>
          </p:cNvPr>
          <p:cNvSpPr/>
          <p:nvPr/>
        </p:nvSpPr>
        <p:spPr>
          <a:xfrm>
            <a:off x="4479922" y="4350034"/>
            <a:ext cx="597155" cy="1182261"/>
          </a:xfrm>
          <a:prstGeom prst="roundRect">
            <a:avLst/>
          </a:prstGeom>
          <a:solidFill>
            <a:schemeClr val="bg1"/>
          </a:solidFill>
          <a:ln w="9525">
            <a:solidFill>
              <a:srgbClr val="A73C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 sz="1776" i="1">
              <a:solidFill>
                <a:schemeClr val="tx1"/>
              </a:solidFill>
              <a:latin typeface="Comic Sans MS" panose="030F0902030302020204" pitchFamily="66" charset="0"/>
              <a:cs typeface="Arial" panose="020B0604020202020204" pitchFamily="34" charset="0"/>
            </a:endParaRPr>
          </a:p>
        </p:txBody>
      </p:sp>
      <p:sp>
        <p:nvSpPr>
          <p:cNvPr id="1165" name="圆角矩形 1164">
            <a:extLst>
              <a:ext uri="{FF2B5EF4-FFF2-40B4-BE49-F238E27FC236}">
                <a16:creationId xmlns:a16="http://schemas.microsoft.com/office/drawing/2014/main" id="{BC8DFC1D-D423-D099-048D-BE3AC6C97634}"/>
              </a:ext>
            </a:extLst>
          </p:cNvPr>
          <p:cNvSpPr/>
          <p:nvPr/>
        </p:nvSpPr>
        <p:spPr>
          <a:xfrm>
            <a:off x="5136720" y="4350034"/>
            <a:ext cx="597155" cy="1182261"/>
          </a:xfrm>
          <a:prstGeom prst="roundRect">
            <a:avLst/>
          </a:prstGeom>
          <a:solidFill>
            <a:schemeClr val="bg1"/>
          </a:solidFill>
          <a:ln w="9525">
            <a:solidFill>
              <a:srgbClr val="A73C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 sz="1776" i="1">
              <a:solidFill>
                <a:schemeClr val="tx1"/>
              </a:solidFill>
              <a:latin typeface="Comic Sans MS" panose="030F0902030302020204" pitchFamily="66" charset="0"/>
              <a:cs typeface="Arial" panose="020B0604020202020204" pitchFamily="34" charset="0"/>
            </a:endParaRPr>
          </a:p>
        </p:txBody>
      </p:sp>
      <p:sp>
        <p:nvSpPr>
          <p:cNvPr id="1166" name="椭圆 1165">
            <a:extLst>
              <a:ext uri="{FF2B5EF4-FFF2-40B4-BE49-F238E27FC236}">
                <a16:creationId xmlns:a16="http://schemas.microsoft.com/office/drawing/2014/main" id="{96B7556C-791D-BE15-F304-D1A6E93C39C2}"/>
              </a:ext>
            </a:extLst>
          </p:cNvPr>
          <p:cNvSpPr/>
          <p:nvPr/>
        </p:nvSpPr>
        <p:spPr>
          <a:xfrm>
            <a:off x="4548829" y="4455516"/>
            <a:ext cx="285953" cy="284686"/>
          </a:xfrm>
          <a:prstGeom prst="ellipse">
            <a:avLst/>
          </a:prstGeom>
          <a:solidFill>
            <a:srgbClr val="FE930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 sz="1776" i="1">
              <a:solidFill>
                <a:schemeClr val="tx1"/>
              </a:solidFill>
              <a:latin typeface="Comic Sans MS" panose="030F0902030302020204" pitchFamily="66" charset="0"/>
              <a:cs typeface="Arial" panose="020B0604020202020204" pitchFamily="34" charset="0"/>
            </a:endParaRPr>
          </a:p>
        </p:txBody>
      </p:sp>
      <p:sp>
        <p:nvSpPr>
          <p:cNvPr id="1167" name="椭圆 1166">
            <a:extLst>
              <a:ext uri="{FF2B5EF4-FFF2-40B4-BE49-F238E27FC236}">
                <a16:creationId xmlns:a16="http://schemas.microsoft.com/office/drawing/2014/main" id="{0F483AF3-55BC-39B9-C5A9-317ED354A1E6}"/>
              </a:ext>
            </a:extLst>
          </p:cNvPr>
          <p:cNvSpPr/>
          <p:nvPr/>
        </p:nvSpPr>
        <p:spPr>
          <a:xfrm>
            <a:off x="4728033" y="4455516"/>
            <a:ext cx="285953" cy="284686"/>
          </a:xfrm>
          <a:prstGeom prst="ellipse">
            <a:avLst/>
          </a:prstGeom>
          <a:solidFill>
            <a:srgbClr val="318F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 sz="1776" i="1" dirty="0">
              <a:solidFill>
                <a:schemeClr val="tx1"/>
              </a:solidFill>
              <a:latin typeface="Comic Sans MS" panose="030F0902030302020204" pitchFamily="66" charset="0"/>
              <a:cs typeface="Arial" panose="020B0604020202020204" pitchFamily="34" charset="0"/>
            </a:endParaRPr>
          </a:p>
        </p:txBody>
      </p:sp>
      <p:sp>
        <p:nvSpPr>
          <p:cNvPr id="1168" name="椭圆 1167">
            <a:extLst>
              <a:ext uri="{FF2B5EF4-FFF2-40B4-BE49-F238E27FC236}">
                <a16:creationId xmlns:a16="http://schemas.microsoft.com/office/drawing/2014/main" id="{3ECF1938-5E5F-1724-E9B8-50C33CA197AE}"/>
              </a:ext>
            </a:extLst>
          </p:cNvPr>
          <p:cNvSpPr/>
          <p:nvPr/>
        </p:nvSpPr>
        <p:spPr>
          <a:xfrm>
            <a:off x="5205805" y="4455516"/>
            <a:ext cx="285953" cy="284686"/>
          </a:xfrm>
          <a:prstGeom prst="ellipse">
            <a:avLst/>
          </a:prstGeom>
          <a:solidFill>
            <a:srgbClr val="49C2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 sz="1776" i="1">
              <a:solidFill>
                <a:schemeClr val="tx1"/>
              </a:solidFill>
              <a:latin typeface="Comic Sans MS" panose="030F0902030302020204" pitchFamily="66" charset="0"/>
              <a:cs typeface="Arial" panose="020B0604020202020204" pitchFamily="34" charset="0"/>
            </a:endParaRPr>
          </a:p>
        </p:txBody>
      </p:sp>
      <p:sp>
        <p:nvSpPr>
          <p:cNvPr id="1169" name="椭圆 1168">
            <a:extLst>
              <a:ext uri="{FF2B5EF4-FFF2-40B4-BE49-F238E27FC236}">
                <a16:creationId xmlns:a16="http://schemas.microsoft.com/office/drawing/2014/main" id="{DC664A7C-B372-9E3A-EAE7-1F1B6249BD1C}"/>
              </a:ext>
            </a:extLst>
          </p:cNvPr>
          <p:cNvSpPr/>
          <p:nvPr/>
        </p:nvSpPr>
        <p:spPr>
          <a:xfrm>
            <a:off x="5385009" y="4455516"/>
            <a:ext cx="285953" cy="284686"/>
          </a:xfrm>
          <a:prstGeom prst="ellipse">
            <a:avLst/>
          </a:prstGeom>
          <a:solidFill>
            <a:srgbClr val="318F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 sz="1776" i="1">
              <a:solidFill>
                <a:schemeClr val="tx1"/>
              </a:solidFill>
              <a:latin typeface="Comic Sans MS" panose="030F0902030302020204" pitchFamily="66" charset="0"/>
              <a:cs typeface="Arial" panose="020B0604020202020204" pitchFamily="34" charset="0"/>
            </a:endParaRPr>
          </a:p>
        </p:txBody>
      </p:sp>
      <p:sp>
        <p:nvSpPr>
          <p:cNvPr id="1170" name="椭圆 1169">
            <a:extLst>
              <a:ext uri="{FF2B5EF4-FFF2-40B4-BE49-F238E27FC236}">
                <a16:creationId xmlns:a16="http://schemas.microsoft.com/office/drawing/2014/main" id="{0889DBE1-FB3D-EE4E-EAF5-A71C32553BCE}"/>
              </a:ext>
            </a:extLst>
          </p:cNvPr>
          <p:cNvSpPr/>
          <p:nvPr/>
        </p:nvSpPr>
        <p:spPr>
          <a:xfrm>
            <a:off x="5916524" y="4382333"/>
            <a:ext cx="285953" cy="284686"/>
          </a:xfrm>
          <a:prstGeom prst="ellipse">
            <a:avLst/>
          </a:prstGeom>
          <a:solidFill>
            <a:srgbClr val="FE930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 sz="1776" i="1">
              <a:solidFill>
                <a:schemeClr val="tx1"/>
              </a:solidFill>
              <a:latin typeface="Comic Sans MS" panose="030F0902030302020204" pitchFamily="66" charset="0"/>
              <a:cs typeface="Arial" panose="020B0604020202020204" pitchFamily="34" charset="0"/>
            </a:endParaRPr>
          </a:p>
        </p:txBody>
      </p:sp>
      <p:sp>
        <p:nvSpPr>
          <p:cNvPr id="1171" name="椭圆 1170">
            <a:extLst>
              <a:ext uri="{FF2B5EF4-FFF2-40B4-BE49-F238E27FC236}">
                <a16:creationId xmlns:a16="http://schemas.microsoft.com/office/drawing/2014/main" id="{B4E84008-0348-1077-FE3D-B45598D55D13}"/>
              </a:ext>
            </a:extLst>
          </p:cNvPr>
          <p:cNvSpPr/>
          <p:nvPr/>
        </p:nvSpPr>
        <p:spPr>
          <a:xfrm>
            <a:off x="6095728" y="4382333"/>
            <a:ext cx="285953" cy="284686"/>
          </a:xfrm>
          <a:prstGeom prst="ellipse">
            <a:avLst/>
          </a:prstGeom>
          <a:solidFill>
            <a:srgbClr val="49C2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 sz="1776" i="1">
              <a:solidFill>
                <a:schemeClr val="tx1"/>
              </a:solidFill>
              <a:latin typeface="Comic Sans MS" panose="030F0902030302020204" pitchFamily="66" charset="0"/>
              <a:cs typeface="Arial" panose="020B0604020202020204" pitchFamily="34" charset="0"/>
            </a:endParaRPr>
          </a:p>
        </p:txBody>
      </p:sp>
      <p:sp>
        <p:nvSpPr>
          <p:cNvPr id="1172" name="椭圆 1171">
            <a:extLst>
              <a:ext uri="{FF2B5EF4-FFF2-40B4-BE49-F238E27FC236}">
                <a16:creationId xmlns:a16="http://schemas.microsoft.com/office/drawing/2014/main" id="{958CD049-F782-548B-E940-AB29D8BF7532}"/>
              </a:ext>
            </a:extLst>
          </p:cNvPr>
          <p:cNvSpPr/>
          <p:nvPr/>
        </p:nvSpPr>
        <p:spPr>
          <a:xfrm>
            <a:off x="6006126" y="4524676"/>
            <a:ext cx="285953" cy="284686"/>
          </a:xfrm>
          <a:prstGeom prst="ellipse">
            <a:avLst/>
          </a:prstGeom>
          <a:solidFill>
            <a:srgbClr val="318F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 sz="1776" i="1">
              <a:solidFill>
                <a:schemeClr val="tx1"/>
              </a:solidFill>
              <a:latin typeface="Comic Sans MS" panose="030F0902030302020204" pitchFamily="66" charset="0"/>
              <a:cs typeface="Arial" panose="020B0604020202020204" pitchFamily="34" charset="0"/>
            </a:endParaRPr>
          </a:p>
        </p:txBody>
      </p:sp>
      <p:sp>
        <p:nvSpPr>
          <p:cNvPr id="1173" name="椭圆 1172">
            <a:extLst>
              <a:ext uri="{FF2B5EF4-FFF2-40B4-BE49-F238E27FC236}">
                <a16:creationId xmlns:a16="http://schemas.microsoft.com/office/drawing/2014/main" id="{9DA6C530-E733-B2BF-8179-357CE516A1EE}"/>
              </a:ext>
            </a:extLst>
          </p:cNvPr>
          <p:cNvSpPr/>
          <p:nvPr/>
        </p:nvSpPr>
        <p:spPr>
          <a:xfrm>
            <a:off x="3889294" y="4453504"/>
            <a:ext cx="285953" cy="284686"/>
          </a:xfrm>
          <a:prstGeom prst="ellipse">
            <a:avLst/>
          </a:prstGeom>
          <a:solidFill>
            <a:srgbClr val="FE930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 sz="1776" i="1" dirty="0">
              <a:solidFill>
                <a:schemeClr val="tx1"/>
              </a:solidFill>
              <a:latin typeface="Comic Sans MS" panose="030F0902030302020204" pitchFamily="66" charset="0"/>
              <a:cs typeface="Arial" panose="020B0604020202020204" pitchFamily="34" charset="0"/>
            </a:endParaRPr>
          </a:p>
        </p:txBody>
      </p:sp>
      <p:sp>
        <p:nvSpPr>
          <p:cNvPr id="1174" name="椭圆 1173">
            <a:extLst>
              <a:ext uri="{FF2B5EF4-FFF2-40B4-BE49-F238E27FC236}">
                <a16:creationId xmlns:a16="http://schemas.microsoft.com/office/drawing/2014/main" id="{A0CD2497-A758-6BDB-A02A-5CCF5CDBEABE}"/>
              </a:ext>
            </a:extLst>
          </p:cNvPr>
          <p:cNvSpPr/>
          <p:nvPr/>
        </p:nvSpPr>
        <p:spPr>
          <a:xfrm>
            <a:off x="4068498" y="4453504"/>
            <a:ext cx="285953" cy="284686"/>
          </a:xfrm>
          <a:prstGeom prst="ellipse">
            <a:avLst/>
          </a:prstGeom>
          <a:solidFill>
            <a:srgbClr val="49C2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 sz="1776" i="1">
              <a:solidFill>
                <a:schemeClr val="tx1"/>
              </a:solidFill>
              <a:latin typeface="Comic Sans MS" panose="030F0902030302020204" pitchFamily="66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75" name="文本框 238">
                <a:extLst>
                  <a:ext uri="{FF2B5EF4-FFF2-40B4-BE49-F238E27FC236}">
                    <a16:creationId xmlns:a16="http://schemas.microsoft.com/office/drawing/2014/main" id="{6D67407E-5D62-0998-D23E-15E23F93C4B1}"/>
                  </a:ext>
                </a:extLst>
              </p:cNvPr>
              <p:cNvSpPr txBox="1"/>
              <p:nvPr/>
            </p:nvSpPr>
            <p:spPr>
              <a:xfrm>
                <a:off x="3922296" y="4042557"/>
                <a:ext cx="495456" cy="22031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altLang="zh-CN" sz="1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𝒮</m:t>
                          </m:r>
                        </m:sup>
                      </m:sSup>
                      <m:d>
                        <m:dPr>
                          <m:ctrlPr>
                            <a:rPr lang="en-US" altLang="zh-CN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</m:oMath>
                  </m:oMathPara>
                </a14:m>
                <a:endParaRPr lang="en-US" altLang="zh-CN" sz="1400" i="1" dirty="0">
                  <a:latin typeface="Comic Sans MS" panose="030F0902030302020204" pitchFamily="66" charset="0"/>
                </a:endParaRPr>
              </a:p>
            </p:txBody>
          </p:sp>
        </mc:Choice>
        <mc:Fallback xmlns="">
          <p:sp>
            <p:nvSpPr>
              <p:cNvPr id="1175" name="文本框 238">
                <a:extLst>
                  <a:ext uri="{FF2B5EF4-FFF2-40B4-BE49-F238E27FC236}">
                    <a16:creationId xmlns:a16="http://schemas.microsoft.com/office/drawing/2014/main" id="{6D67407E-5D62-0998-D23E-15E23F93C4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2296" y="4042557"/>
                <a:ext cx="495456" cy="220317"/>
              </a:xfrm>
              <a:prstGeom prst="rect">
                <a:avLst/>
              </a:prstGeom>
              <a:blipFill>
                <a:blip r:embed="rId49"/>
                <a:stretch>
                  <a:fillRect l="-2500" b="-5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76" name="文本框 239">
                <a:extLst>
                  <a:ext uri="{FF2B5EF4-FFF2-40B4-BE49-F238E27FC236}">
                    <a16:creationId xmlns:a16="http://schemas.microsoft.com/office/drawing/2014/main" id="{9AD0D25F-429B-00FC-76DF-F202A7E2DF71}"/>
                  </a:ext>
                </a:extLst>
              </p:cNvPr>
              <p:cNvSpPr txBox="1"/>
              <p:nvPr/>
            </p:nvSpPr>
            <p:spPr>
              <a:xfrm>
                <a:off x="4910748" y="4035423"/>
                <a:ext cx="517065" cy="21922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altLang="zh-CN" sz="1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𝒮</m:t>
                          </m:r>
                        </m:sup>
                      </m:sSup>
                      <m:d>
                        <m:dPr>
                          <m:ctrlPr>
                            <a:rPr lang="en-US" altLang="zh-CN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</m:oMath>
                  </m:oMathPara>
                </a14:m>
                <a:endParaRPr lang="en-US" altLang="zh-CN" sz="1400" i="1" dirty="0">
                  <a:latin typeface="Comic Sans MS" panose="030F0902030302020204" pitchFamily="66" charset="0"/>
                </a:endParaRPr>
              </a:p>
            </p:txBody>
          </p:sp>
        </mc:Choice>
        <mc:Fallback xmlns="">
          <p:sp>
            <p:nvSpPr>
              <p:cNvPr id="1176" name="文本框 239">
                <a:extLst>
                  <a:ext uri="{FF2B5EF4-FFF2-40B4-BE49-F238E27FC236}">
                    <a16:creationId xmlns:a16="http://schemas.microsoft.com/office/drawing/2014/main" id="{9AD0D25F-429B-00FC-76DF-F202A7E2DF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0748" y="4035423"/>
                <a:ext cx="517065" cy="219227"/>
              </a:xfrm>
              <a:prstGeom prst="rect">
                <a:avLst/>
              </a:prstGeom>
              <a:blipFill>
                <a:blip r:embed="rId50"/>
                <a:stretch>
                  <a:fillRect l="-2381" b="-52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77" name="文本框 240">
                <a:extLst>
                  <a:ext uri="{FF2B5EF4-FFF2-40B4-BE49-F238E27FC236}">
                    <a16:creationId xmlns:a16="http://schemas.microsoft.com/office/drawing/2014/main" id="{9B131A04-2129-D629-08CB-296FA7EA2570}"/>
                  </a:ext>
                </a:extLst>
              </p:cNvPr>
              <p:cNvSpPr txBox="1"/>
              <p:nvPr/>
            </p:nvSpPr>
            <p:spPr>
              <a:xfrm>
                <a:off x="5893157" y="4024975"/>
                <a:ext cx="519437" cy="21922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altLang="zh-CN" sz="1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𝒮</m:t>
                          </m:r>
                        </m:sup>
                      </m:sSup>
                      <m:d>
                        <m:dPr>
                          <m:ctrlPr>
                            <a:rPr lang="en-US" altLang="zh-CN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</m:d>
                    </m:oMath>
                  </m:oMathPara>
                </a14:m>
                <a:endParaRPr lang="en-US" altLang="zh-CN" sz="1400" i="1" dirty="0">
                  <a:latin typeface="Comic Sans MS" panose="030F0902030302020204" pitchFamily="66" charset="0"/>
                </a:endParaRPr>
              </a:p>
            </p:txBody>
          </p:sp>
        </mc:Choice>
        <mc:Fallback xmlns="">
          <p:sp>
            <p:nvSpPr>
              <p:cNvPr id="1177" name="文本框 240">
                <a:extLst>
                  <a:ext uri="{FF2B5EF4-FFF2-40B4-BE49-F238E27FC236}">
                    <a16:creationId xmlns:a16="http://schemas.microsoft.com/office/drawing/2014/main" id="{9B131A04-2129-D629-08CB-296FA7EA25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3157" y="4024975"/>
                <a:ext cx="519437" cy="219227"/>
              </a:xfrm>
              <a:prstGeom prst="rect">
                <a:avLst/>
              </a:prstGeom>
              <a:blipFill>
                <a:blip r:embed="rId51"/>
                <a:stretch>
                  <a:fillRect l="-2439" b="-52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78" name="文本框 10">
                <a:extLst>
                  <a:ext uri="{FF2B5EF4-FFF2-40B4-BE49-F238E27FC236}">
                    <a16:creationId xmlns:a16="http://schemas.microsoft.com/office/drawing/2014/main" id="{E114FC2D-8607-F574-D5D6-0E83A4B2B6EA}"/>
                  </a:ext>
                </a:extLst>
              </p:cNvPr>
              <p:cNvSpPr txBox="1"/>
              <p:nvPr/>
            </p:nvSpPr>
            <p:spPr>
              <a:xfrm>
                <a:off x="3812933" y="5224323"/>
                <a:ext cx="624465" cy="21922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altLang="zh-CN" sz="1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𝒮</m:t>
                          </m:r>
                        </m:sup>
                      </m:sSup>
                      <m:d>
                        <m:dPr>
                          <m:ctrlPr>
                            <a:rPr lang="en-US" altLang="zh-CN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𝑇𝐴</m:t>
                          </m:r>
                        </m:e>
                      </m:d>
                    </m:oMath>
                  </m:oMathPara>
                </a14:m>
                <a:endParaRPr lang="en-US" altLang="zh-CN" sz="1400" i="1" dirty="0">
                  <a:latin typeface="Comic Sans MS" panose="030F0902030302020204" pitchFamily="66" charset="0"/>
                </a:endParaRPr>
              </a:p>
            </p:txBody>
          </p:sp>
        </mc:Choice>
        <mc:Fallback xmlns="">
          <p:sp>
            <p:nvSpPr>
              <p:cNvPr id="1178" name="文本框 10">
                <a:extLst>
                  <a:ext uri="{FF2B5EF4-FFF2-40B4-BE49-F238E27FC236}">
                    <a16:creationId xmlns:a16="http://schemas.microsoft.com/office/drawing/2014/main" id="{E114FC2D-8607-F574-D5D6-0E83A4B2B6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2933" y="5224323"/>
                <a:ext cx="624465" cy="219227"/>
              </a:xfrm>
              <a:prstGeom prst="rect">
                <a:avLst/>
              </a:prstGeom>
              <a:blipFill>
                <a:blip r:embed="rId52"/>
                <a:stretch>
                  <a:fillRect l="-2000" b="-111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79" name="文本框 11">
                <a:extLst>
                  <a:ext uri="{FF2B5EF4-FFF2-40B4-BE49-F238E27FC236}">
                    <a16:creationId xmlns:a16="http://schemas.microsoft.com/office/drawing/2014/main" id="{385C1280-99D0-2B02-5C74-4F323C7EF9DA}"/>
                  </a:ext>
                </a:extLst>
              </p:cNvPr>
              <p:cNvSpPr txBox="1"/>
              <p:nvPr/>
            </p:nvSpPr>
            <p:spPr>
              <a:xfrm>
                <a:off x="4466167" y="5226033"/>
                <a:ext cx="626838" cy="21922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altLang="zh-CN" sz="1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𝒮</m:t>
                          </m:r>
                        </m:sup>
                      </m:sSup>
                      <m:d>
                        <m:dPr>
                          <m:ctrlPr>
                            <a:rPr lang="en-US" altLang="zh-CN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𝑇𝑉</m:t>
                          </m:r>
                        </m:e>
                      </m:d>
                    </m:oMath>
                  </m:oMathPara>
                </a14:m>
                <a:endParaRPr lang="en-US" altLang="zh-CN" sz="1400" i="1" dirty="0">
                  <a:latin typeface="Comic Sans MS" panose="030F0902030302020204" pitchFamily="66" charset="0"/>
                </a:endParaRPr>
              </a:p>
            </p:txBody>
          </p:sp>
        </mc:Choice>
        <mc:Fallback xmlns="">
          <p:sp>
            <p:nvSpPr>
              <p:cNvPr id="1179" name="文本框 11">
                <a:extLst>
                  <a:ext uri="{FF2B5EF4-FFF2-40B4-BE49-F238E27FC236}">
                    <a16:creationId xmlns:a16="http://schemas.microsoft.com/office/drawing/2014/main" id="{385C1280-99D0-2B02-5C74-4F323C7EF9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6167" y="5226033"/>
                <a:ext cx="626838" cy="219227"/>
              </a:xfrm>
              <a:prstGeom prst="rect">
                <a:avLst/>
              </a:prstGeom>
              <a:blipFill>
                <a:blip r:embed="rId53"/>
                <a:stretch>
                  <a:fillRect l="-2000" b="-111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80" name="文本框 243">
                <a:extLst>
                  <a:ext uri="{FF2B5EF4-FFF2-40B4-BE49-F238E27FC236}">
                    <a16:creationId xmlns:a16="http://schemas.microsoft.com/office/drawing/2014/main" id="{27E15E5B-095F-D45C-2E73-6A09E5312C5A}"/>
                  </a:ext>
                </a:extLst>
              </p:cNvPr>
              <p:cNvSpPr txBox="1"/>
              <p:nvPr/>
            </p:nvSpPr>
            <p:spPr>
              <a:xfrm>
                <a:off x="5120535" y="5223035"/>
                <a:ext cx="633250" cy="21922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altLang="zh-CN" sz="1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𝒮</m:t>
                          </m:r>
                        </m:sup>
                      </m:sSup>
                      <m:d>
                        <m:dPr>
                          <m:ctrlPr>
                            <a:rPr lang="en-US" altLang="zh-CN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𝐴𝑉</m:t>
                          </m:r>
                        </m:e>
                      </m:d>
                    </m:oMath>
                  </m:oMathPara>
                </a14:m>
                <a:endParaRPr lang="en-US" altLang="zh-CN" sz="1400" i="1" dirty="0">
                  <a:latin typeface="Comic Sans MS" panose="030F0902030302020204" pitchFamily="66" charset="0"/>
                </a:endParaRPr>
              </a:p>
            </p:txBody>
          </p:sp>
        </mc:Choice>
        <mc:Fallback xmlns="">
          <p:sp>
            <p:nvSpPr>
              <p:cNvPr id="1180" name="文本框 243">
                <a:extLst>
                  <a:ext uri="{FF2B5EF4-FFF2-40B4-BE49-F238E27FC236}">
                    <a16:creationId xmlns:a16="http://schemas.microsoft.com/office/drawing/2014/main" id="{27E15E5B-095F-D45C-2E73-6A09E5312C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0535" y="5223035"/>
                <a:ext cx="633250" cy="219227"/>
              </a:xfrm>
              <a:prstGeom prst="rect">
                <a:avLst/>
              </a:prstGeom>
              <a:blipFill>
                <a:blip r:embed="rId54"/>
                <a:stretch>
                  <a:fillRect l="-1961" b="-111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81" name="文本框 244">
                <a:extLst>
                  <a:ext uri="{FF2B5EF4-FFF2-40B4-BE49-F238E27FC236}">
                    <a16:creationId xmlns:a16="http://schemas.microsoft.com/office/drawing/2014/main" id="{5A188ACD-20FC-38A2-D2D6-FF8E5BC6CDD1}"/>
                  </a:ext>
                </a:extLst>
              </p:cNvPr>
              <p:cNvSpPr txBox="1"/>
              <p:nvPr/>
            </p:nvSpPr>
            <p:spPr>
              <a:xfrm>
                <a:off x="5785502" y="5224923"/>
                <a:ext cx="740651" cy="21922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altLang="zh-CN" sz="1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𝒮</m:t>
                          </m:r>
                        </m:sup>
                      </m:sSup>
                      <m:d>
                        <m:dPr>
                          <m:ctrlPr>
                            <a:rPr lang="en-US" altLang="zh-CN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𝑇𝐴𝑉</m:t>
                          </m:r>
                        </m:e>
                      </m:d>
                    </m:oMath>
                  </m:oMathPara>
                </a14:m>
                <a:endParaRPr lang="en-US" altLang="zh-CN" sz="1400" i="1" dirty="0">
                  <a:latin typeface="Comic Sans MS" panose="030F0902030302020204" pitchFamily="66" charset="0"/>
                </a:endParaRPr>
              </a:p>
            </p:txBody>
          </p:sp>
        </mc:Choice>
        <mc:Fallback xmlns="">
          <p:sp>
            <p:nvSpPr>
              <p:cNvPr id="1181" name="文本框 244">
                <a:extLst>
                  <a:ext uri="{FF2B5EF4-FFF2-40B4-BE49-F238E27FC236}">
                    <a16:creationId xmlns:a16="http://schemas.microsoft.com/office/drawing/2014/main" id="{5A188ACD-20FC-38A2-D2D6-FF8E5BC6CD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5502" y="5224923"/>
                <a:ext cx="740651" cy="219227"/>
              </a:xfrm>
              <a:prstGeom prst="rect">
                <a:avLst/>
              </a:prstGeom>
              <a:blipFill>
                <a:blip r:embed="rId55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82" name="文本框 245">
            <a:extLst>
              <a:ext uri="{FF2B5EF4-FFF2-40B4-BE49-F238E27FC236}">
                <a16:creationId xmlns:a16="http://schemas.microsoft.com/office/drawing/2014/main" id="{68753305-41DB-6A05-B325-4CD504DFCA79}"/>
              </a:ext>
            </a:extLst>
          </p:cNvPr>
          <p:cNvSpPr txBox="1"/>
          <p:nvPr/>
        </p:nvSpPr>
        <p:spPr>
          <a:xfrm>
            <a:off x="3901729" y="4854402"/>
            <a:ext cx="4379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1400" dirty="0">
                <a:latin typeface="Comic Sans MS" panose="030F0902030302020204" pitchFamily="66" charset="0"/>
              </a:rPr>
              <a:t>TA</a:t>
            </a:r>
            <a:endParaRPr kumimoji="1" lang="zh-CN" altLang="en-US" sz="1400" dirty="0">
              <a:latin typeface="Comic Sans MS" panose="030F0902030302020204" pitchFamily="66" charset="0"/>
            </a:endParaRPr>
          </a:p>
        </p:txBody>
      </p:sp>
      <p:sp>
        <p:nvSpPr>
          <p:cNvPr id="1183" name="文本框 246">
            <a:extLst>
              <a:ext uri="{FF2B5EF4-FFF2-40B4-BE49-F238E27FC236}">
                <a16:creationId xmlns:a16="http://schemas.microsoft.com/office/drawing/2014/main" id="{0C21BFF6-D116-FD56-CE1B-4969A05AAD14}"/>
              </a:ext>
            </a:extLst>
          </p:cNvPr>
          <p:cNvSpPr txBox="1"/>
          <p:nvPr/>
        </p:nvSpPr>
        <p:spPr>
          <a:xfrm>
            <a:off x="4568051" y="4856414"/>
            <a:ext cx="4235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1400" dirty="0">
                <a:latin typeface="Comic Sans MS" panose="030F0902030302020204" pitchFamily="66" charset="0"/>
              </a:rPr>
              <a:t>TV</a:t>
            </a:r>
            <a:endParaRPr kumimoji="1" lang="zh-CN" altLang="en-US" sz="1400" dirty="0">
              <a:latin typeface="Comic Sans MS" panose="030F0902030302020204" pitchFamily="66" charset="0"/>
            </a:endParaRPr>
          </a:p>
        </p:txBody>
      </p:sp>
      <p:sp>
        <p:nvSpPr>
          <p:cNvPr id="1184" name="文本框 247">
            <a:extLst>
              <a:ext uri="{FF2B5EF4-FFF2-40B4-BE49-F238E27FC236}">
                <a16:creationId xmlns:a16="http://schemas.microsoft.com/office/drawing/2014/main" id="{7DAF87BD-877A-4F58-D76E-2CE82263308D}"/>
              </a:ext>
            </a:extLst>
          </p:cNvPr>
          <p:cNvSpPr txBox="1"/>
          <p:nvPr/>
        </p:nvSpPr>
        <p:spPr>
          <a:xfrm>
            <a:off x="5219504" y="4856771"/>
            <a:ext cx="4331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1400" dirty="0">
                <a:latin typeface="Comic Sans MS" panose="030F0902030302020204" pitchFamily="66" charset="0"/>
              </a:rPr>
              <a:t>AV</a:t>
            </a:r>
            <a:endParaRPr kumimoji="1" lang="zh-CN" altLang="en-US" sz="1400" dirty="0">
              <a:latin typeface="Comic Sans MS" panose="030F0902030302020204" pitchFamily="66" charset="0"/>
            </a:endParaRPr>
          </a:p>
        </p:txBody>
      </p:sp>
      <p:sp>
        <p:nvSpPr>
          <p:cNvPr id="1185" name="文本框 248">
            <a:extLst>
              <a:ext uri="{FF2B5EF4-FFF2-40B4-BE49-F238E27FC236}">
                <a16:creationId xmlns:a16="http://schemas.microsoft.com/office/drawing/2014/main" id="{BC19EDEA-4A04-2784-46EE-FD71614879D2}"/>
              </a:ext>
            </a:extLst>
          </p:cNvPr>
          <p:cNvSpPr txBox="1"/>
          <p:nvPr/>
        </p:nvSpPr>
        <p:spPr>
          <a:xfrm>
            <a:off x="5871466" y="4854401"/>
            <a:ext cx="5549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1400" dirty="0">
                <a:latin typeface="Comic Sans MS" panose="030F0902030302020204" pitchFamily="66" charset="0"/>
              </a:rPr>
              <a:t>TAV</a:t>
            </a:r>
            <a:endParaRPr kumimoji="1" lang="zh-CN" altLang="en-US" sz="1400" dirty="0">
              <a:latin typeface="Comic Sans MS" panose="030F0902030302020204" pitchFamily="66" charset="0"/>
            </a:endParaRPr>
          </a:p>
        </p:txBody>
      </p:sp>
      <p:sp>
        <p:nvSpPr>
          <p:cNvPr id="1186" name="圆角矩形 1185">
            <a:extLst>
              <a:ext uri="{FF2B5EF4-FFF2-40B4-BE49-F238E27FC236}">
                <a16:creationId xmlns:a16="http://schemas.microsoft.com/office/drawing/2014/main" id="{2F5E1F75-CF6E-1BE0-D430-60C27F70D00C}"/>
              </a:ext>
            </a:extLst>
          </p:cNvPr>
          <p:cNvSpPr/>
          <p:nvPr/>
        </p:nvSpPr>
        <p:spPr>
          <a:xfrm>
            <a:off x="4980587" y="3618086"/>
            <a:ext cx="356459" cy="356459"/>
          </a:xfrm>
          <a:prstGeom prst="roundRect">
            <a:avLst>
              <a:gd name="adj" fmla="val 50000"/>
            </a:avLst>
          </a:prstGeom>
          <a:solidFill>
            <a:srgbClr val="49C2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Comic Sans MS" panose="030F0902030302020204" pitchFamily="66" charset="0"/>
                <a:cs typeface="Arial" panose="020B0604020202020204" pitchFamily="34" charset="0"/>
              </a:rPr>
              <a:t>A</a:t>
            </a:r>
            <a:endParaRPr kumimoji="1" lang="zh-CN" altLang="en-US" dirty="0">
              <a:solidFill>
                <a:schemeClr val="tx1"/>
              </a:solidFill>
              <a:latin typeface="Comic Sans MS" panose="030F0902030302020204" pitchFamily="66" charset="0"/>
              <a:cs typeface="Arial" panose="020B0604020202020204" pitchFamily="34" charset="0"/>
            </a:endParaRPr>
          </a:p>
        </p:txBody>
      </p:sp>
      <p:sp>
        <p:nvSpPr>
          <p:cNvPr id="1187" name="圆角矩形 1186">
            <a:extLst>
              <a:ext uri="{FF2B5EF4-FFF2-40B4-BE49-F238E27FC236}">
                <a16:creationId xmlns:a16="http://schemas.microsoft.com/office/drawing/2014/main" id="{634BB32B-E052-067C-FA7B-77180AC05A74}"/>
              </a:ext>
            </a:extLst>
          </p:cNvPr>
          <p:cNvSpPr/>
          <p:nvPr/>
        </p:nvSpPr>
        <p:spPr>
          <a:xfrm>
            <a:off x="3999872" y="3618086"/>
            <a:ext cx="356459" cy="356459"/>
          </a:xfrm>
          <a:prstGeom prst="roundRect">
            <a:avLst>
              <a:gd name="adj" fmla="val 50000"/>
            </a:avLst>
          </a:prstGeom>
          <a:solidFill>
            <a:srgbClr val="FE930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Comic Sans MS" panose="030F0902030302020204" pitchFamily="66" charset="0"/>
                <a:cs typeface="Arial" panose="020B0604020202020204" pitchFamily="34" charset="0"/>
              </a:rPr>
              <a:t>T</a:t>
            </a:r>
            <a:endParaRPr kumimoji="1" lang="zh-CN" altLang="en-US" dirty="0">
              <a:solidFill>
                <a:schemeClr val="tx1"/>
              </a:solidFill>
              <a:latin typeface="Comic Sans MS" panose="030F0902030302020204" pitchFamily="66" charset="0"/>
              <a:cs typeface="Arial" panose="020B0604020202020204" pitchFamily="34" charset="0"/>
            </a:endParaRPr>
          </a:p>
        </p:txBody>
      </p:sp>
      <p:sp>
        <p:nvSpPr>
          <p:cNvPr id="1188" name="圆角矩形 1187">
            <a:extLst>
              <a:ext uri="{FF2B5EF4-FFF2-40B4-BE49-F238E27FC236}">
                <a16:creationId xmlns:a16="http://schemas.microsoft.com/office/drawing/2014/main" id="{30092AA1-378D-FCC3-9504-88B7EB9BDD9B}"/>
              </a:ext>
            </a:extLst>
          </p:cNvPr>
          <p:cNvSpPr/>
          <p:nvPr/>
        </p:nvSpPr>
        <p:spPr>
          <a:xfrm>
            <a:off x="4001775" y="964438"/>
            <a:ext cx="356459" cy="356459"/>
          </a:xfrm>
          <a:prstGeom prst="roundRect">
            <a:avLst>
              <a:gd name="adj" fmla="val 50000"/>
            </a:avLst>
          </a:prstGeom>
          <a:solidFill>
            <a:srgbClr val="FE930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Comic Sans MS" panose="030F0902030302020204" pitchFamily="66" charset="0"/>
                <a:cs typeface="Arial" panose="020B0604020202020204" pitchFamily="34" charset="0"/>
              </a:rPr>
              <a:t>T</a:t>
            </a:r>
            <a:endParaRPr kumimoji="1" lang="zh-CN" altLang="en-US" dirty="0">
              <a:solidFill>
                <a:schemeClr val="tx1"/>
              </a:solidFill>
              <a:latin typeface="Comic Sans MS" panose="030F0902030302020204" pitchFamily="66" charset="0"/>
              <a:cs typeface="Arial" panose="020B0604020202020204" pitchFamily="34" charset="0"/>
            </a:endParaRPr>
          </a:p>
        </p:txBody>
      </p:sp>
      <p:sp>
        <p:nvSpPr>
          <p:cNvPr id="1189" name="圆角矩形 1188">
            <a:extLst>
              <a:ext uri="{FF2B5EF4-FFF2-40B4-BE49-F238E27FC236}">
                <a16:creationId xmlns:a16="http://schemas.microsoft.com/office/drawing/2014/main" id="{93D58974-4B85-83F8-A235-6E1F41D5CCE1}"/>
              </a:ext>
            </a:extLst>
          </p:cNvPr>
          <p:cNvSpPr/>
          <p:nvPr/>
        </p:nvSpPr>
        <p:spPr>
          <a:xfrm>
            <a:off x="4982490" y="964438"/>
            <a:ext cx="356459" cy="356459"/>
          </a:xfrm>
          <a:prstGeom prst="roundRect">
            <a:avLst>
              <a:gd name="adj" fmla="val 50000"/>
            </a:avLst>
          </a:prstGeom>
          <a:solidFill>
            <a:srgbClr val="49C2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Comic Sans MS" panose="030F0902030302020204" pitchFamily="66" charset="0"/>
                <a:cs typeface="Arial" panose="020B0604020202020204" pitchFamily="34" charset="0"/>
              </a:rPr>
              <a:t>A</a:t>
            </a:r>
            <a:endParaRPr kumimoji="1" lang="zh-CN" altLang="en-US" dirty="0">
              <a:solidFill>
                <a:schemeClr val="tx1"/>
              </a:solidFill>
              <a:latin typeface="Comic Sans MS" panose="030F0902030302020204" pitchFamily="66" charset="0"/>
              <a:cs typeface="Arial" panose="020B0604020202020204" pitchFamily="34" charset="0"/>
            </a:endParaRPr>
          </a:p>
        </p:txBody>
      </p:sp>
      <p:sp>
        <p:nvSpPr>
          <p:cNvPr id="1190" name="文本框 148">
            <a:extLst>
              <a:ext uri="{FF2B5EF4-FFF2-40B4-BE49-F238E27FC236}">
                <a16:creationId xmlns:a16="http://schemas.microsoft.com/office/drawing/2014/main" id="{9EE79E5C-E623-B0D9-C85E-F3E1A6310F33}"/>
              </a:ext>
            </a:extLst>
          </p:cNvPr>
          <p:cNvSpPr txBox="1"/>
          <p:nvPr/>
        </p:nvSpPr>
        <p:spPr>
          <a:xfrm>
            <a:off x="4145257" y="131417"/>
            <a:ext cx="21210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CN" b="1" dirty="0">
                <a:latin typeface="Comic Sans MS" panose="030F0902030302020204" pitchFamily="66" charset="0"/>
                <a:cs typeface="Arial" panose="020B0604020202020204" pitchFamily="34" charset="0"/>
              </a:rPr>
              <a:t>Subset</a:t>
            </a:r>
            <a:r>
              <a:rPr kumimoji="1" lang="zh-CN" altLang="en-US" b="1" dirty="0">
                <a:latin typeface="Comic Sans MS" panose="030F0902030302020204" pitchFamily="66" charset="0"/>
                <a:cs typeface="Arial" panose="020B0604020202020204" pitchFamily="34" charset="0"/>
              </a:rPr>
              <a:t> </a:t>
            </a:r>
            <a:r>
              <a:rPr kumimoji="1" lang="en-US" altLang="zh-CN" b="1" dirty="0">
                <a:latin typeface="Comic Sans MS" panose="030F0902030302020204" pitchFamily="66" charset="0"/>
                <a:cs typeface="Arial" panose="020B0604020202020204" pitchFamily="34" charset="0"/>
              </a:rPr>
              <a:t>Responses</a:t>
            </a:r>
            <a:endParaRPr kumimoji="1" lang="zh-CN" altLang="en-US" b="1" i="1" dirty="0">
              <a:latin typeface="Comic Sans MS" panose="030F0902030302020204" pitchFamily="66" charset="0"/>
              <a:cs typeface="Arial" panose="020B0604020202020204" pitchFamily="34" charset="0"/>
            </a:endParaRPr>
          </a:p>
        </p:txBody>
      </p:sp>
      <p:cxnSp>
        <p:nvCxnSpPr>
          <p:cNvPr id="1192" name="直线箭头连接符 1191">
            <a:extLst>
              <a:ext uri="{FF2B5EF4-FFF2-40B4-BE49-F238E27FC236}">
                <a16:creationId xmlns:a16="http://schemas.microsoft.com/office/drawing/2014/main" id="{6D1E0AAB-0926-7D3E-C34A-8A12FBBA8B95}"/>
              </a:ext>
            </a:extLst>
          </p:cNvPr>
          <p:cNvCxnSpPr>
            <a:cxnSpLocks/>
            <a:stCxn id="842" idx="3"/>
          </p:cNvCxnSpPr>
          <p:nvPr/>
        </p:nvCxnSpPr>
        <p:spPr>
          <a:xfrm>
            <a:off x="3534137" y="1460510"/>
            <a:ext cx="200176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3" name="直线箭头连接符 1192">
            <a:extLst>
              <a:ext uri="{FF2B5EF4-FFF2-40B4-BE49-F238E27FC236}">
                <a16:creationId xmlns:a16="http://schemas.microsoft.com/office/drawing/2014/main" id="{9B5147A9-1C72-A00C-FF7C-5E7448533A5D}"/>
              </a:ext>
            </a:extLst>
          </p:cNvPr>
          <p:cNvCxnSpPr>
            <a:cxnSpLocks/>
            <a:stCxn id="855" idx="3"/>
          </p:cNvCxnSpPr>
          <p:nvPr/>
        </p:nvCxnSpPr>
        <p:spPr>
          <a:xfrm flipV="1">
            <a:off x="3534143" y="4355867"/>
            <a:ext cx="203253" cy="5447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9" name="直线箭头连接符 1198">
            <a:extLst>
              <a:ext uri="{FF2B5EF4-FFF2-40B4-BE49-F238E27FC236}">
                <a16:creationId xmlns:a16="http://schemas.microsoft.com/office/drawing/2014/main" id="{5C846380-E8AA-A130-FC74-233477E63A51}"/>
              </a:ext>
            </a:extLst>
          </p:cNvPr>
          <p:cNvCxnSpPr>
            <a:cxnSpLocks/>
            <a:stCxn id="801" idx="3"/>
          </p:cNvCxnSpPr>
          <p:nvPr/>
        </p:nvCxnSpPr>
        <p:spPr>
          <a:xfrm>
            <a:off x="6567533" y="1745518"/>
            <a:ext cx="205305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5" name="椭圆 1204">
            <a:extLst>
              <a:ext uri="{FF2B5EF4-FFF2-40B4-BE49-F238E27FC236}">
                <a16:creationId xmlns:a16="http://schemas.microsoft.com/office/drawing/2014/main" id="{826D64CE-B3E3-4A4E-4DCE-E18FBBF71333}"/>
              </a:ext>
            </a:extLst>
          </p:cNvPr>
          <p:cNvSpPr/>
          <p:nvPr/>
        </p:nvSpPr>
        <p:spPr>
          <a:xfrm>
            <a:off x="3862399" y="136079"/>
            <a:ext cx="355035" cy="353784"/>
          </a:xfrm>
          <a:prstGeom prst="ellipse">
            <a:avLst/>
          </a:prstGeom>
          <a:noFill/>
          <a:ln w="317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dirty="0">
                <a:solidFill>
                  <a:schemeClr val="tx1"/>
                </a:solidFill>
                <a:latin typeface="Comic Sans MS" panose="030F0902030302020204" pitchFamily="66" charset="0"/>
              </a:rPr>
              <a:t>1</a:t>
            </a:r>
            <a:endParaRPr kumimoji="1" lang="zh-CN" altLang="en-US" sz="2400" dirty="0">
              <a:solidFill>
                <a:schemeClr val="tx1"/>
              </a:solidFill>
              <a:latin typeface="Comic Sans MS" panose="030F0902030302020204" pitchFamily="66" charset="0"/>
            </a:endParaRPr>
          </a:p>
        </p:txBody>
      </p:sp>
      <p:sp>
        <p:nvSpPr>
          <p:cNvPr id="1206" name="椭圆 1205">
            <a:extLst>
              <a:ext uri="{FF2B5EF4-FFF2-40B4-BE49-F238E27FC236}">
                <a16:creationId xmlns:a16="http://schemas.microsoft.com/office/drawing/2014/main" id="{3B33057B-8395-31AC-9E0E-9200F6467128}"/>
              </a:ext>
            </a:extLst>
          </p:cNvPr>
          <p:cNvSpPr/>
          <p:nvPr/>
        </p:nvSpPr>
        <p:spPr>
          <a:xfrm>
            <a:off x="6979915" y="131669"/>
            <a:ext cx="355035" cy="353784"/>
          </a:xfrm>
          <a:prstGeom prst="ellipse">
            <a:avLst/>
          </a:prstGeom>
          <a:noFill/>
          <a:ln w="317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dirty="0">
                <a:solidFill>
                  <a:schemeClr val="tx1"/>
                </a:solidFill>
                <a:latin typeface="Comic Sans MS" panose="030F0902030302020204" pitchFamily="66" charset="0"/>
              </a:rPr>
              <a:t>2</a:t>
            </a:r>
            <a:endParaRPr kumimoji="1" lang="zh-CN" altLang="en-US" sz="2400" dirty="0">
              <a:solidFill>
                <a:schemeClr val="tx1"/>
              </a:solidFill>
              <a:latin typeface="Comic Sans MS" panose="030F0902030302020204" pitchFamily="66" charset="0"/>
            </a:endParaRPr>
          </a:p>
        </p:txBody>
      </p:sp>
      <p:sp>
        <p:nvSpPr>
          <p:cNvPr id="1207" name="椭圆 1206">
            <a:extLst>
              <a:ext uri="{FF2B5EF4-FFF2-40B4-BE49-F238E27FC236}">
                <a16:creationId xmlns:a16="http://schemas.microsoft.com/office/drawing/2014/main" id="{08BD2AAC-5BEB-CF96-51F8-CE55CE9647B8}"/>
              </a:ext>
            </a:extLst>
          </p:cNvPr>
          <p:cNvSpPr/>
          <p:nvPr/>
        </p:nvSpPr>
        <p:spPr>
          <a:xfrm>
            <a:off x="127314" y="5887962"/>
            <a:ext cx="355035" cy="353784"/>
          </a:xfrm>
          <a:prstGeom prst="ellipse">
            <a:avLst/>
          </a:prstGeom>
          <a:noFill/>
          <a:ln w="317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dirty="0">
                <a:solidFill>
                  <a:schemeClr val="tx1"/>
                </a:solidFill>
                <a:latin typeface="Comic Sans MS" panose="030F0902030302020204" pitchFamily="66" charset="0"/>
              </a:rPr>
              <a:t>3</a:t>
            </a:r>
            <a:endParaRPr kumimoji="1" lang="zh-CN" altLang="en-US" sz="2400" dirty="0">
              <a:solidFill>
                <a:schemeClr val="tx1"/>
              </a:solidFill>
              <a:latin typeface="Comic Sans MS" panose="030F0902030302020204" pitchFamily="66" charset="0"/>
            </a:endParaRPr>
          </a:p>
        </p:txBody>
      </p:sp>
      <p:cxnSp>
        <p:nvCxnSpPr>
          <p:cNvPr id="1221" name="直线箭头连接符 1220">
            <a:extLst>
              <a:ext uri="{FF2B5EF4-FFF2-40B4-BE49-F238E27FC236}">
                <a16:creationId xmlns:a16="http://schemas.microsoft.com/office/drawing/2014/main" id="{0729F7C5-722E-CF96-7F60-5B7E0D855155}"/>
              </a:ext>
            </a:extLst>
          </p:cNvPr>
          <p:cNvCxnSpPr>
            <a:cxnSpLocks/>
          </p:cNvCxnSpPr>
          <p:nvPr/>
        </p:nvCxnSpPr>
        <p:spPr>
          <a:xfrm>
            <a:off x="10391361" y="5711885"/>
            <a:ext cx="0" cy="158029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6" name="直线箭头连接符 1225">
            <a:extLst>
              <a:ext uri="{FF2B5EF4-FFF2-40B4-BE49-F238E27FC236}">
                <a16:creationId xmlns:a16="http://schemas.microsoft.com/office/drawing/2014/main" id="{D5D7A336-3FE2-AE1D-46FA-632D3FD2C30F}"/>
              </a:ext>
            </a:extLst>
          </p:cNvPr>
          <p:cNvCxnSpPr>
            <a:cxnSpLocks/>
            <a:stCxn id="1159" idx="3"/>
          </p:cNvCxnSpPr>
          <p:nvPr/>
        </p:nvCxnSpPr>
        <p:spPr>
          <a:xfrm>
            <a:off x="6567532" y="4399169"/>
            <a:ext cx="205300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91410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主题​​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81</TotalTime>
  <Words>224</Words>
  <Application>Microsoft Macintosh PowerPoint</Application>
  <PresentationFormat>自定义</PresentationFormat>
  <Paragraphs>140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等线</vt:lpstr>
      <vt:lpstr>Aptos</vt:lpstr>
      <vt:lpstr>Aptos Display</vt:lpstr>
      <vt:lpstr>Arial</vt:lpstr>
      <vt:lpstr>Cambria Math</vt:lpstr>
      <vt:lpstr>Comic Sans MS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佳琦 宋</dc:creator>
  <cp:lastModifiedBy>佳琦 宋</cp:lastModifiedBy>
  <cp:revision>11</cp:revision>
  <dcterms:created xsi:type="dcterms:W3CDTF">2026-09-23T14:38:12Z</dcterms:created>
  <dcterms:modified xsi:type="dcterms:W3CDTF">2026-09-25T03:47:26Z</dcterms:modified>
</cp:coreProperties>
</file>